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3" r:id="rId2"/>
  </p:sldMasterIdLst>
  <p:notesMasterIdLst>
    <p:notesMasterId r:id="rId14"/>
  </p:notesMasterIdLst>
  <p:sldIdLst>
    <p:sldId id="362" r:id="rId3"/>
    <p:sldId id="493" r:id="rId4"/>
    <p:sldId id="498" r:id="rId5"/>
    <p:sldId id="497" r:id="rId6"/>
    <p:sldId id="501" r:id="rId7"/>
    <p:sldId id="500" r:id="rId8"/>
    <p:sldId id="502" r:id="rId9"/>
    <p:sldId id="324" r:id="rId10"/>
    <p:sldId id="496" r:id="rId11"/>
    <p:sldId id="296" r:id="rId12"/>
    <p:sldId id="50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p:scale>
          <a:sx n="81" d="100"/>
          <a:sy n="81" d="100"/>
        </p:scale>
        <p:origin x="40" y="4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3647C2-6565-194B-BFD9-AF3F6BCCF104}" type="datetimeFigureOut">
              <a:rPr kumimoji="1" lang="zh-CN" altLang="en-US" smtClean="0"/>
              <a:t>2026/5/29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FDD74-B33A-854C-B7FF-3A818D7B0124}" type="slidenum">
              <a:rPr kumimoji="1" lang="zh-CN" altLang="en-US" smtClean="0"/>
              <a:t>‹#›</a:t>
            </a:fld>
            <a:endParaRPr kumimoji="1" lang="zh-CN" altLang="en-US"/>
          </a:p>
        </p:txBody>
      </p:sp>
    </p:spTree>
    <p:extLst>
      <p:ext uri="{BB962C8B-B14F-4D97-AF65-F5344CB8AC3E}">
        <p14:creationId xmlns:p14="http://schemas.microsoft.com/office/powerpoint/2010/main" val="82605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000" baseline="0" dirty="0"/>
          </a:p>
        </p:txBody>
      </p:sp>
      <p:sp>
        <p:nvSpPr>
          <p:cNvPr id="4" name="灯片编号占位符 3"/>
          <p:cNvSpPr>
            <a:spLocks noGrp="1"/>
          </p:cNvSpPr>
          <p:nvPr>
            <p:ph type="sldNum" sz="quarter" idx="10"/>
          </p:nvPr>
        </p:nvSpPr>
        <p:spPr/>
        <p:txBody>
          <a:bodyPr/>
          <a:lstStyle/>
          <a:p>
            <a:fld id="{6A44F6F4-4874-41F5-9A61-4DB40C2B32E9}"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封面可选版式1">
    <p:spTree>
      <p:nvGrpSpPr>
        <p:cNvPr id="1" name=""/>
        <p:cNvGrpSpPr/>
        <p:nvPr/>
      </p:nvGrpSpPr>
      <p:grpSpPr>
        <a:xfrm>
          <a:off x="0" y="0"/>
          <a:ext cx="0" cy="0"/>
          <a:chOff x="0" y="0"/>
          <a:chExt cx="0" cy="0"/>
        </a:xfrm>
      </p:grpSpPr>
      <p:pic>
        <p:nvPicPr>
          <p:cNvPr id="25" name="Picture 2" descr="\\192.168.1.115\b 项目2组\G广发基金\2015\9月\0914\广发PPT母版素材\JPG\--08.jpg"/>
          <p:cNvPicPr>
            <a:picLocks noChangeAspect="1" noChangeArrowheads="1"/>
          </p:cNvPicPr>
          <p:nvPr userDrawn="1"/>
        </p:nvPicPr>
        <p:blipFill rotWithShape="1">
          <a:blip r:embed="rId2" cstate="print"/>
          <a:srcRect b="8791"/>
          <a:stretch>
            <a:fillRect/>
          </a:stretch>
        </p:blipFill>
        <p:spPr bwMode="auto">
          <a:xfrm>
            <a:off x="-953" y="602845"/>
            <a:ext cx="12192953" cy="6255155"/>
          </a:xfrm>
          <a:prstGeom prst="rect">
            <a:avLst/>
          </a:prstGeom>
          <a:noFill/>
        </p:spPr>
      </p:pic>
      <p:sp>
        <p:nvSpPr>
          <p:cNvPr id="26" name="矩形 25"/>
          <p:cNvSpPr/>
          <p:nvPr userDrawn="1"/>
        </p:nvSpPr>
        <p:spPr>
          <a:xfrm>
            <a:off x="0" y="1419226"/>
            <a:ext cx="12192000" cy="543877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楷体" panose="02010609060101010101" pitchFamily="49" charset="-122"/>
            </a:endParaRPr>
          </a:p>
        </p:txBody>
      </p:sp>
      <p:sp>
        <p:nvSpPr>
          <p:cNvPr id="27" name="矩形 26"/>
          <p:cNvSpPr/>
          <p:nvPr userDrawn="1"/>
        </p:nvSpPr>
        <p:spPr>
          <a:xfrm>
            <a:off x="5534026" y="1288554"/>
            <a:ext cx="6776589" cy="5569447"/>
          </a:xfrm>
          <a:prstGeom prst="rect">
            <a:avLst/>
          </a:prstGeom>
          <a:blipFill dpi="0" rotWithShape="1">
            <a:blip r:embed="rId3">
              <a:alphaModFix amt="10000"/>
              <a:duotone>
                <a:schemeClr val="bg2">
                  <a:shade val="45000"/>
                  <a:satMod val="135000"/>
                </a:schemeClr>
                <a:prstClr val="white"/>
              </a:duotone>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楷体" panose="02010609060101010101" pitchFamily="49" charset="-122"/>
            </a:endParaRPr>
          </a:p>
        </p:txBody>
      </p:sp>
      <p:pic>
        <p:nvPicPr>
          <p:cNvPr id="29" name="图片 2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922319" y="465119"/>
            <a:ext cx="2703583" cy="363944"/>
          </a:xfrm>
          <a:prstGeom prst="rect">
            <a:avLst/>
          </a:prstGeom>
        </p:spPr>
      </p:pic>
      <p:sp>
        <p:nvSpPr>
          <p:cNvPr id="32" name="内容占位符 31"/>
          <p:cNvSpPr>
            <a:spLocks noGrp="1"/>
          </p:cNvSpPr>
          <p:nvPr>
            <p:ph sz="quarter" idx="10"/>
          </p:nvPr>
        </p:nvSpPr>
        <p:spPr>
          <a:xfrm>
            <a:off x="574488" y="2916801"/>
            <a:ext cx="6645088" cy="531625"/>
          </a:xfrm>
        </p:spPr>
        <p:txBody>
          <a:bodyPr>
            <a:noAutofit/>
          </a:bodyPr>
          <a:lstStyle>
            <a:lvl1pPr marL="0" indent="0">
              <a:buNone/>
              <a:defRPr sz="3200" b="1">
                <a:solidFill>
                  <a:schemeClr val="bg1"/>
                </a:solidFill>
                <a:latin typeface="楷体" panose="02010609060101010101" pitchFamily="49" charset="-122"/>
                <a:ea typeface="楷体" panose="02010609060101010101" pitchFamily="49" charset="-122"/>
              </a:defRPr>
            </a:lvl1pPr>
          </a:lstStyle>
          <a:p>
            <a:pPr lvl="0"/>
            <a:r>
              <a:rPr lang="zh-CN" altLang="en-US" dirty="0"/>
              <a:t>单击此处编辑母版文本样式</a:t>
            </a:r>
          </a:p>
        </p:txBody>
      </p:sp>
      <p:sp>
        <p:nvSpPr>
          <p:cNvPr id="36" name="文本占位符 35"/>
          <p:cNvSpPr>
            <a:spLocks noGrp="1"/>
          </p:cNvSpPr>
          <p:nvPr>
            <p:ph type="body" sz="quarter" idx="11"/>
          </p:nvPr>
        </p:nvSpPr>
        <p:spPr>
          <a:xfrm>
            <a:off x="574489" y="5414589"/>
            <a:ext cx="3197785" cy="334963"/>
          </a:xfrm>
        </p:spPr>
        <p:txBody>
          <a:bodyPr>
            <a:noAutofit/>
          </a:bodyPr>
          <a:lstStyle>
            <a:lvl1pPr marL="0" indent="0">
              <a:buNone/>
              <a:defRPr sz="1800">
                <a:solidFill>
                  <a:schemeClr val="bg1"/>
                </a:solidFill>
                <a:latin typeface="楷体" panose="02010609060101010101" pitchFamily="49" charset="-122"/>
                <a:ea typeface="楷体" panose="02010609060101010101" pitchFamily="49" charset="-122"/>
              </a:defRPr>
            </a:lvl1pPr>
          </a:lstStyle>
          <a:p>
            <a:pPr lvl="0"/>
            <a:r>
              <a:rPr lang="zh-CN" altLang="en-US" dirty="0"/>
              <a:t>单击此处编辑母版文本样式</a:t>
            </a:r>
          </a:p>
        </p:txBody>
      </p:sp>
    </p:spTree>
    <p:extLst>
      <p:ext uri="{BB962C8B-B14F-4D97-AF65-F5344CB8AC3E}">
        <p14:creationId xmlns:p14="http://schemas.microsoft.com/office/powerpoint/2010/main" val="3956600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二级目录页可选版式">
    <p:spTree>
      <p:nvGrpSpPr>
        <p:cNvPr id="1" name=""/>
        <p:cNvGrpSpPr/>
        <p:nvPr/>
      </p:nvGrpSpPr>
      <p:grpSpPr>
        <a:xfrm>
          <a:off x="0" y="0"/>
          <a:ext cx="0" cy="0"/>
          <a:chOff x="0" y="0"/>
          <a:chExt cx="0" cy="0"/>
        </a:xfrm>
      </p:grpSpPr>
      <p:sp>
        <p:nvSpPr>
          <p:cNvPr id="12" name="矩形 1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ea typeface="楷体" panose="02010609060101010101" pitchFamily="49" charset="-122"/>
            </a:endParaRPr>
          </a:p>
        </p:txBody>
      </p:sp>
      <p:sp>
        <p:nvSpPr>
          <p:cNvPr id="3" name="页脚占位符 2"/>
          <p:cNvSpPr>
            <a:spLocks noGrp="1"/>
          </p:cNvSpPr>
          <p:nvPr>
            <p:ph type="ftr" sz="quarter" idx="11"/>
          </p:nvPr>
        </p:nvSpPr>
        <p:spPr>
          <a:xfrm>
            <a:off x="4038600" y="6356351"/>
            <a:ext cx="4114800" cy="365125"/>
          </a:xfrm>
          <a:prstGeom prst="rect">
            <a:avLst/>
          </a:prstGeom>
        </p:spPr>
        <p:txBody>
          <a:bodyPr/>
          <a:lstStyle>
            <a:lvl1pPr algn="ctr">
              <a:defRPr>
                <a:ea typeface="楷体" panose="02010609060101010101" pitchFamily="49" charset="-122"/>
              </a:defRPr>
            </a:lvl1pPr>
          </a:lstStyle>
          <a:p>
            <a:endParaRPr lang="zh-CN" altLang="en-US" dirty="0">
              <a:solidFill>
                <a:prstClr val="black">
                  <a:tint val="75000"/>
                </a:prstClr>
              </a:solidFill>
            </a:endParaRPr>
          </a:p>
        </p:txBody>
      </p:sp>
      <p:sp>
        <p:nvSpPr>
          <p:cNvPr id="4" name="灯片编号占位符 3"/>
          <p:cNvSpPr>
            <a:spLocks noGrp="1"/>
          </p:cNvSpPr>
          <p:nvPr>
            <p:ph type="sldNum" sz="quarter" idx="12"/>
          </p:nvPr>
        </p:nvSpPr>
        <p:spPr/>
        <p:txBody>
          <a:bodyPr/>
          <a:lstStyle>
            <a:lvl1pPr algn="ctr">
              <a:defRPr/>
            </a:lvl1pPr>
          </a:lstStyle>
          <a:p>
            <a:fld id="{D61C2A5B-FD07-4229-8F8C-1BFEB44AF401}" type="slidenum">
              <a:rPr lang="zh-CN" altLang="en-US" smtClean="0">
                <a:solidFill>
                  <a:prstClr val="black">
                    <a:tint val="75000"/>
                  </a:prstClr>
                </a:solidFill>
              </a:rPr>
              <a:t>‹#›</a:t>
            </a:fld>
            <a:endParaRPr lang="zh-CN" altLang="en-US">
              <a:solidFill>
                <a:prstClr val="black">
                  <a:tint val="75000"/>
                </a:prstClr>
              </a:solidFill>
            </a:endParaRPr>
          </a:p>
        </p:txBody>
      </p:sp>
      <p:sp>
        <p:nvSpPr>
          <p:cNvPr id="9" name="矩形 8"/>
          <p:cNvSpPr/>
          <p:nvPr userDrawn="1"/>
        </p:nvSpPr>
        <p:spPr>
          <a:xfrm>
            <a:off x="0" y="2064139"/>
            <a:ext cx="7297381" cy="625119"/>
          </a:xfrm>
          <a:prstGeom prst="rect">
            <a:avLst/>
          </a:prstGeom>
          <a:gradFill flip="none" rotWithShape="1">
            <a:gsLst>
              <a:gs pos="0">
                <a:srgbClr val="5B9BD5">
                  <a:shade val="30000"/>
                  <a:satMod val="115000"/>
                </a:srgbClr>
              </a:gs>
              <a:gs pos="50000">
                <a:srgbClr val="5B9BD5">
                  <a:shade val="67500"/>
                  <a:satMod val="115000"/>
                </a:srgbClr>
              </a:gs>
              <a:gs pos="100000">
                <a:srgbClr val="5B9BD5">
                  <a:shade val="100000"/>
                  <a:satMod val="115000"/>
                </a:srgbClr>
              </a:gs>
            </a:gsLst>
            <a:lin ang="108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itchFamily="2" charset="-122"/>
              <a:cs typeface="+mn-cs"/>
            </a:endParaRPr>
          </a:p>
        </p:txBody>
      </p:sp>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22319" y="465119"/>
            <a:ext cx="2703583" cy="363944"/>
          </a:xfrm>
          <a:prstGeom prst="rect">
            <a:avLst/>
          </a:prstGeom>
        </p:spPr>
      </p:pic>
      <p:sp>
        <p:nvSpPr>
          <p:cNvPr id="11" name="矩形 10"/>
          <p:cNvSpPr/>
          <p:nvPr userDrawn="1"/>
        </p:nvSpPr>
        <p:spPr>
          <a:xfrm>
            <a:off x="4497860" y="2689257"/>
            <a:ext cx="2799523" cy="130667"/>
          </a:xfrm>
          <a:prstGeom prst="rect">
            <a:avLst/>
          </a:prstGeom>
          <a:solidFill>
            <a:srgbClr val="F7964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4" name="文本占位符 13"/>
          <p:cNvSpPr>
            <a:spLocks noGrp="1"/>
          </p:cNvSpPr>
          <p:nvPr>
            <p:ph type="body" sz="quarter" idx="13" hasCustomPrompt="1"/>
          </p:nvPr>
        </p:nvSpPr>
        <p:spPr>
          <a:xfrm>
            <a:off x="772055" y="2160947"/>
            <a:ext cx="3787775" cy="444500"/>
          </a:xfrm>
        </p:spPr>
        <p:txBody>
          <a:bodyPr anchor="ctr">
            <a:normAutofit/>
          </a:bodyPr>
          <a:lstStyle>
            <a:lvl1pPr marL="0" indent="0" algn="l" defTabSz="914400" rtl="0" eaLnBrk="1" latinLnBrk="0" hangingPunct="1">
              <a:buNone/>
              <a:defRPr lang="zh-CN" altLang="en-US" sz="1800" kern="1200">
                <a:solidFill>
                  <a:prstClr val="white"/>
                </a:solidFill>
                <a:latin typeface="楷体" panose="02010609060101010101" pitchFamily="49" charset="-122"/>
                <a:ea typeface="楷体" panose="02010609060101010101" pitchFamily="49" charset="-122"/>
                <a:cs typeface="+mn-cs"/>
              </a:defRPr>
            </a:lvl1pPr>
          </a:lstStyle>
          <a:p>
            <a:pPr lvl="0"/>
            <a:r>
              <a:rPr lang="zh-CN" altLang="en-US" dirty="0"/>
              <a:t>单击此处编辑母版</a:t>
            </a:r>
          </a:p>
        </p:txBody>
      </p:sp>
      <p:sp>
        <p:nvSpPr>
          <p:cNvPr id="16" name="文本占位符 15"/>
          <p:cNvSpPr>
            <a:spLocks noGrp="1"/>
          </p:cNvSpPr>
          <p:nvPr>
            <p:ph type="body" sz="quarter" idx="14"/>
          </p:nvPr>
        </p:nvSpPr>
        <p:spPr>
          <a:xfrm>
            <a:off x="1505979" y="3358871"/>
            <a:ext cx="2646878" cy="584775"/>
          </a:xfrm>
        </p:spPr>
        <p:txBody>
          <a:bodyPr wrap="none" anchor="ctr">
            <a:spAutoFit/>
          </a:bodyPr>
          <a:lstStyle>
            <a:lvl1pPr marL="0" indent="0">
              <a:buNone/>
              <a:defRPr lang="zh-CN" altLang="en-US" sz="1600" dirty="0" smtClean="0">
                <a:solidFill>
                  <a:srgbClr val="F79646"/>
                </a:solidFill>
                <a:latin typeface="楷体" panose="02010609060101010101" pitchFamily="49" charset="-122"/>
                <a:ea typeface="楷体" panose="02010609060101010101" pitchFamily="49" charset="-122"/>
              </a:defRPr>
            </a:lvl1pPr>
          </a:lstStyle>
          <a:p>
            <a:pPr marL="0" lvl="0">
              <a:lnSpc>
                <a:spcPct val="200000"/>
              </a:lnSpc>
            </a:pPr>
            <a:r>
              <a:rPr lang="zh-CN" altLang="en-US" dirty="0"/>
              <a:t>单击此处编辑母版文本样式</a:t>
            </a:r>
          </a:p>
        </p:txBody>
      </p:sp>
      <p:sp>
        <p:nvSpPr>
          <p:cNvPr id="17" name="文本占位符 15"/>
          <p:cNvSpPr>
            <a:spLocks noGrp="1"/>
          </p:cNvSpPr>
          <p:nvPr>
            <p:ph type="body" sz="quarter" idx="15"/>
          </p:nvPr>
        </p:nvSpPr>
        <p:spPr>
          <a:xfrm>
            <a:off x="1505979" y="4135812"/>
            <a:ext cx="2646878" cy="584775"/>
          </a:xfrm>
        </p:spPr>
        <p:txBody>
          <a:bodyPr wrap="none" anchor="ctr">
            <a:spAutoFit/>
          </a:bodyPr>
          <a:lstStyle>
            <a:lvl1pPr marL="0" indent="0">
              <a:buNone/>
              <a:defRPr lang="zh-CN" altLang="en-US" sz="1600" dirty="0" smtClean="0">
                <a:solidFill>
                  <a:schemeClr val="tx1"/>
                </a:solidFill>
                <a:latin typeface="楷体" panose="02010609060101010101" pitchFamily="49" charset="-122"/>
                <a:ea typeface="楷体" panose="02010609060101010101" pitchFamily="49" charset="-122"/>
              </a:defRPr>
            </a:lvl1pPr>
          </a:lstStyle>
          <a:p>
            <a:pPr marL="0" lvl="0">
              <a:lnSpc>
                <a:spcPct val="200000"/>
              </a:lnSpc>
            </a:pPr>
            <a:r>
              <a:rPr lang="zh-CN" altLang="en-US" dirty="0"/>
              <a:t>单击此处编辑母版文本样式</a:t>
            </a:r>
          </a:p>
        </p:txBody>
      </p:sp>
    </p:spTree>
    <p:extLst>
      <p:ext uri="{BB962C8B-B14F-4D97-AF65-F5344CB8AC3E}">
        <p14:creationId xmlns:p14="http://schemas.microsoft.com/office/powerpoint/2010/main" val="2441253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结束页参考版式">
    <p:spTree>
      <p:nvGrpSpPr>
        <p:cNvPr id="1" name=""/>
        <p:cNvGrpSpPr/>
        <p:nvPr/>
      </p:nvGrpSpPr>
      <p:grpSpPr>
        <a:xfrm>
          <a:off x="0" y="0"/>
          <a:ext cx="0" cy="0"/>
          <a:chOff x="0" y="0"/>
          <a:chExt cx="0" cy="0"/>
        </a:xfrm>
      </p:grpSpPr>
      <p:sp>
        <p:nvSpPr>
          <p:cNvPr id="8" name="文本框 6"/>
          <p:cNvSpPr>
            <a:spLocks noChangeArrowheads="1"/>
          </p:cNvSpPr>
          <p:nvPr userDrawn="1"/>
        </p:nvSpPr>
        <p:spPr bwMode="auto">
          <a:xfrm>
            <a:off x="3233677" y="3614990"/>
            <a:ext cx="5724644"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fontAlgn="base" hangingPunct="0">
              <a:lnSpc>
                <a:spcPct val="120000"/>
              </a:lnSpc>
              <a:spcBef>
                <a:spcPct val="0"/>
              </a:spcBef>
              <a:spcAft>
                <a:spcPct val="0"/>
              </a:spcAft>
              <a:buFont typeface="Arial" panose="020B0604020202020204" pitchFamily="34" charset="0"/>
              <a:buNone/>
            </a:pPr>
            <a:r>
              <a:rPr lang="zh-CN" altLang="en-US" sz="4800" b="1" dirty="0">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心系托付，一路广发</a:t>
            </a:r>
          </a:p>
        </p:txBody>
      </p:sp>
      <p:pic>
        <p:nvPicPr>
          <p:cNvPr id="11" name="Picture 3" descr="C:\Users\Administrator\Desktop\ppt封底0-01.jpg"/>
          <p:cNvPicPr>
            <a:picLocks noChangeAspect="1" noChangeArrowheads="1"/>
          </p:cNvPicPr>
          <p:nvPr userDrawn="1"/>
        </p:nvPicPr>
        <p:blipFill>
          <a:blip r:embed="rId2"/>
          <a:srcRect/>
          <a:stretch>
            <a:fillRect/>
          </a:stretch>
        </p:blipFill>
        <p:spPr bwMode="auto">
          <a:xfrm>
            <a:off x="0" y="1"/>
            <a:ext cx="12192000" cy="6862032"/>
          </a:xfrm>
          <a:prstGeom prst="rect">
            <a:avLst/>
          </a:prstGeom>
          <a:noFill/>
        </p:spPr>
      </p:pic>
      <p:pic>
        <p:nvPicPr>
          <p:cNvPr id="16" name="图片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49635" y="2655341"/>
            <a:ext cx="5864364" cy="789435"/>
          </a:xfrm>
          <a:prstGeom prst="rect">
            <a:avLst/>
          </a:prstGeom>
        </p:spPr>
      </p:pic>
    </p:spTree>
    <p:extLst>
      <p:ext uri="{BB962C8B-B14F-4D97-AF65-F5344CB8AC3E}">
        <p14:creationId xmlns:p14="http://schemas.microsoft.com/office/powerpoint/2010/main" val="30101179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模板内页范式-文字">
    <p:spTree>
      <p:nvGrpSpPr>
        <p:cNvPr id="1" name=""/>
        <p:cNvGrpSpPr/>
        <p:nvPr/>
      </p:nvGrpSpPr>
      <p:grpSpPr>
        <a:xfrm>
          <a:off x="0" y="0"/>
          <a:ext cx="0" cy="0"/>
          <a:chOff x="0" y="0"/>
          <a:chExt cx="0" cy="0"/>
        </a:xfrm>
      </p:grpSpPr>
      <p:sp>
        <p:nvSpPr>
          <p:cNvPr id="2" name="标题 1"/>
          <p:cNvSpPr>
            <a:spLocks noGrp="1"/>
          </p:cNvSpPr>
          <p:nvPr>
            <p:ph type="title"/>
          </p:nvPr>
        </p:nvSpPr>
        <p:spPr>
          <a:xfrm>
            <a:off x="531907" y="233578"/>
            <a:ext cx="10311275" cy="591407"/>
          </a:xfrm>
        </p:spPr>
        <p:txBody>
          <a:bodyPr>
            <a:normAutofit/>
          </a:bodyPr>
          <a:lstStyle>
            <a:lvl1pPr>
              <a:defRPr lang="zh-CN" altLang="en-US" sz="2800" b="1" kern="1200" dirty="0">
                <a:solidFill>
                  <a:srgbClr val="4F81BD">
                    <a:lumMod val="75000"/>
                  </a:srgbClr>
                </a:solidFill>
                <a:latin typeface="+mj-lt"/>
                <a:ea typeface="+mj-ea"/>
                <a:cs typeface="+mj-cs"/>
              </a:defRPr>
            </a:lvl1pPr>
          </a:lstStyle>
          <a:p>
            <a:r>
              <a:rPr lang="zh-CN" altLang="en-US" dirty="0"/>
              <a:t>单击此处编辑母版标题样式</a:t>
            </a:r>
          </a:p>
        </p:txBody>
      </p:sp>
      <p:sp>
        <p:nvSpPr>
          <p:cNvPr id="4" name="灯片编号占位符 3"/>
          <p:cNvSpPr>
            <a:spLocks noGrp="1"/>
          </p:cNvSpPr>
          <p:nvPr>
            <p:ph type="sldNum" sz="quarter" idx="11"/>
          </p:nvPr>
        </p:nvSpPr>
        <p:spPr/>
        <p:txBody>
          <a:bodyPr/>
          <a:lstStyle>
            <a:lvl1pPr algn="ctr">
              <a:defRPr/>
            </a:lvl1pPr>
          </a:lstStyle>
          <a:p>
            <a:fld id="{0C913308-F349-4B6D-A68A-DD1791B4A57B}" type="slidenum">
              <a:rPr lang="zh-CN" altLang="en-US" smtClean="0">
                <a:solidFill>
                  <a:prstClr val="black">
                    <a:tint val="75000"/>
                  </a:prstClr>
                </a:solidFill>
              </a:rPr>
              <a:t>‹#›</a:t>
            </a:fld>
            <a:endParaRPr lang="zh-CN" altLang="en-US" dirty="0">
              <a:solidFill>
                <a:prstClr val="black">
                  <a:tint val="75000"/>
                </a:prstClr>
              </a:solidFill>
            </a:endParaRPr>
          </a:p>
        </p:txBody>
      </p:sp>
    </p:spTree>
    <p:extLst>
      <p:ext uri="{BB962C8B-B14F-4D97-AF65-F5344CB8AC3E}">
        <p14:creationId xmlns:p14="http://schemas.microsoft.com/office/powerpoint/2010/main" val="4241356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模板内页范式-纯白（谨慎使用）">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09600" y="6356352"/>
            <a:ext cx="2844800" cy="365125"/>
          </a:xfrm>
          <a:prstGeom prst="rect">
            <a:avLst/>
          </a:prstGeom>
        </p:spPr>
        <p:txBody>
          <a:bodyPr/>
          <a:lstStyle/>
          <a:p>
            <a:fld id="{92301BE8-2934-4802-B053-0D125B425CDE}" type="datetime1">
              <a:rPr lang="zh-CN" altLang="en-US" smtClean="0">
                <a:solidFill>
                  <a:prstClr val="black">
                    <a:tint val="75000"/>
                  </a:prstClr>
                </a:solidFill>
              </a:rPr>
              <a:t>2026/5/29</a:t>
            </a:fld>
            <a:endParaRPr lang="zh-CN" altLang="en-US">
              <a:solidFill>
                <a:prstClr val="black">
                  <a:tint val="75000"/>
                </a:prstClr>
              </a:solidFill>
            </a:endParaRPr>
          </a:p>
        </p:txBody>
      </p:sp>
      <p:sp>
        <p:nvSpPr>
          <p:cNvPr id="4" name="灯片编号占位符 3"/>
          <p:cNvSpPr>
            <a:spLocks noGrp="1"/>
          </p:cNvSpPr>
          <p:nvPr>
            <p:ph type="sldNum" sz="quarter" idx="11"/>
          </p:nvPr>
        </p:nvSpPr>
        <p:spPr>
          <a:xfrm>
            <a:off x="4559829" y="6356352"/>
            <a:ext cx="2844800" cy="365125"/>
          </a:xfrm>
          <a:prstGeom prst="rect">
            <a:avLst/>
          </a:prstGeom>
        </p:spPr>
        <p:txBody>
          <a:bodyPr/>
          <a:lstStyle/>
          <a:p>
            <a:fld id="{0C913308-F349-4B6D-A68A-DD1791B4A57B}" type="slidenum">
              <a:rPr lang="zh-CN" altLang="en-US" smtClean="0">
                <a:solidFill>
                  <a:prstClr val="black">
                    <a:tint val="75000"/>
                  </a:prstClr>
                </a:solidFill>
              </a:rPr>
              <a:t>‹#›</a:t>
            </a:fld>
            <a:endParaRPr lang="zh-CN" altLang="en-US" dirty="0">
              <a:solidFill>
                <a:prstClr val="black">
                  <a:tint val="75000"/>
                </a:prstClr>
              </a:solidFill>
            </a:endParaRPr>
          </a:p>
        </p:txBody>
      </p:sp>
      <p:sp>
        <p:nvSpPr>
          <p:cNvPr id="5" name="矩形 4"/>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ea typeface="楷体" panose="02010609060101010101" pitchFamily="49" charset="-122"/>
            </a:endParaRPr>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22319" y="465119"/>
            <a:ext cx="2703583" cy="363944"/>
          </a:xfrm>
          <a:prstGeom prst="rect">
            <a:avLst/>
          </a:prstGeom>
        </p:spPr>
      </p:pic>
    </p:spTree>
    <p:extLst>
      <p:ext uri="{BB962C8B-B14F-4D97-AF65-F5344CB8AC3E}">
        <p14:creationId xmlns:p14="http://schemas.microsoft.com/office/powerpoint/2010/main" val="717574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109165" y="251509"/>
            <a:ext cx="10311275" cy="591407"/>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a:defRPr sz="1200">
                <a:solidFill>
                  <a:schemeClr val="tx1">
                    <a:tint val="75000"/>
                  </a:schemeClr>
                </a:solidFill>
                <a:ea typeface="楷体" panose="02010609060101010101" pitchFamily="49" charset="-122"/>
              </a:defRPr>
            </a:lvl1pPr>
          </a:lstStyle>
          <a:p>
            <a:fld id="{92301BE8-2934-4802-B053-0D125B425CDE}" type="datetime1">
              <a:rPr lang="zh-CN" altLang="en-US" smtClean="0">
                <a:solidFill>
                  <a:prstClr val="black">
                    <a:tint val="75000"/>
                  </a:prstClr>
                </a:solidFill>
              </a:rPr>
              <a:t>2026/5/29</a:t>
            </a:fld>
            <a:endParaRPr lang="zh-CN" altLang="en-US" dirty="0">
              <a:solidFill>
                <a:prstClr val="black">
                  <a:tint val="75000"/>
                </a:prstClr>
              </a:solidFill>
            </a:endParaRPr>
          </a:p>
        </p:txBody>
      </p:sp>
      <p:sp>
        <p:nvSpPr>
          <p:cNvPr id="6" name="灯片编号占位符 5"/>
          <p:cNvSpPr>
            <a:spLocks noGrp="1"/>
          </p:cNvSpPr>
          <p:nvPr>
            <p:ph type="sldNum" sz="quarter" idx="4"/>
          </p:nvPr>
        </p:nvSpPr>
        <p:spPr>
          <a:xfrm>
            <a:off x="4559829" y="6356352"/>
            <a:ext cx="2844800" cy="365125"/>
          </a:xfrm>
          <a:prstGeom prst="rect">
            <a:avLst/>
          </a:prstGeom>
        </p:spPr>
        <p:txBody>
          <a:bodyPr vert="horz" lIns="91440" tIns="45720" rIns="91440" bIns="45720" rtlCol="0" anchor="ctr"/>
          <a:lstStyle>
            <a:lvl1pPr algn="ctr">
              <a:defRPr sz="1200">
                <a:solidFill>
                  <a:schemeClr val="tx1">
                    <a:tint val="75000"/>
                  </a:schemeClr>
                </a:solidFill>
                <a:ea typeface="楷体" panose="02010609060101010101" pitchFamily="49" charset="-122"/>
              </a:defRPr>
            </a:lvl1pPr>
          </a:lstStyle>
          <a:p>
            <a:fld id="{0C913308-F349-4B6D-A68A-DD1791B4A57B}" type="slidenum">
              <a:rPr lang="zh-CN" altLang="en-US" smtClean="0">
                <a:solidFill>
                  <a:prstClr val="black">
                    <a:tint val="75000"/>
                  </a:prstClr>
                </a:solidFill>
              </a:rPr>
              <a:t>‹#›</a:t>
            </a:fld>
            <a:endParaRPr lang="zh-CN" altLang="en-US" dirty="0">
              <a:solidFill>
                <a:prstClr val="black">
                  <a:tint val="75000"/>
                </a:prstClr>
              </a:solidFill>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391497" y="6268934"/>
            <a:ext cx="1258939" cy="324863"/>
          </a:xfrm>
          <a:prstGeom prst="rect">
            <a:avLst/>
          </a:prstGeom>
        </p:spPr>
      </p:pic>
      <p:sp>
        <p:nvSpPr>
          <p:cNvPr id="9" name="矩形 8"/>
          <p:cNvSpPr/>
          <p:nvPr userDrawn="1"/>
        </p:nvSpPr>
        <p:spPr>
          <a:xfrm>
            <a:off x="587375" y="878776"/>
            <a:ext cx="9221643" cy="59377"/>
          </a:xfrm>
          <a:prstGeom prst="rect">
            <a:avLst/>
          </a:prstGeom>
          <a:solidFill>
            <a:srgbClr val="4472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rgbClr val="4F81BD">
                  <a:lumMod val="50000"/>
                </a:srgbClr>
              </a:solidFill>
              <a:ea typeface="楷体" panose="02010609060101010101" pitchFamily="49" charset="-122"/>
            </a:endParaRPr>
          </a:p>
        </p:txBody>
      </p:sp>
      <p:sp>
        <p:nvSpPr>
          <p:cNvPr id="10" name="矩形 9"/>
          <p:cNvSpPr/>
          <p:nvPr userDrawn="1"/>
        </p:nvSpPr>
        <p:spPr>
          <a:xfrm>
            <a:off x="9961372" y="878773"/>
            <a:ext cx="1621029" cy="59379"/>
          </a:xfrm>
          <a:prstGeom prst="rect">
            <a:avLst/>
          </a:prstGeom>
          <a:solidFill>
            <a:srgbClr val="E838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rgbClr val="E4551A"/>
              </a:solidFill>
              <a:ea typeface="楷体" panose="02010609060101010101" pitchFamily="49" charset="-122"/>
            </a:endParaRPr>
          </a:p>
        </p:txBody>
      </p:sp>
      <p:sp>
        <p:nvSpPr>
          <p:cNvPr id="30" name="矩形 29"/>
          <p:cNvSpPr/>
          <p:nvPr userDrawn="1"/>
        </p:nvSpPr>
        <p:spPr>
          <a:xfrm>
            <a:off x="12192000" y="397009"/>
            <a:ext cx="1188000" cy="6324808"/>
          </a:xfrm>
          <a:prstGeom prst="rect">
            <a:avLst/>
          </a:prstGeom>
        </p:spPr>
        <p:txBody>
          <a:bodyPr wrap="square">
            <a:spAutoFit/>
          </a:bodyPr>
          <a:lstStyle/>
          <a:p>
            <a:pPr algn="just"/>
            <a:r>
              <a:rPr lang="zh-CN" altLang="en-US" sz="900" dirty="0">
                <a:solidFill>
                  <a:srgbClr val="FFFFFF">
                    <a:lumMod val="65000"/>
                  </a:srgbClr>
                </a:solidFill>
                <a:latin typeface="楷体" panose="02010609060101010101" pitchFamily="49" charset="-122"/>
                <a:ea typeface="楷体" panose="02010609060101010101" pitchFamily="49" charset="-122"/>
              </a:rPr>
              <a:t>1. 页面主标题：微软雅黑 </a:t>
            </a:r>
            <a:r>
              <a:rPr lang="en-US" altLang="zh-CN" sz="900" dirty="0">
                <a:solidFill>
                  <a:srgbClr val="FFFFFF">
                    <a:lumMod val="65000"/>
                  </a:srgbClr>
                </a:solidFill>
                <a:latin typeface="楷体" panose="02010609060101010101" pitchFamily="49" charset="-122"/>
                <a:ea typeface="楷体" panose="02010609060101010101" pitchFamily="49" charset="-122"/>
              </a:rPr>
              <a:t>28</a:t>
            </a:r>
            <a:r>
              <a:rPr lang="zh-CN" altLang="en-US" sz="900" dirty="0">
                <a:solidFill>
                  <a:srgbClr val="FFFFFF">
                    <a:lumMod val="65000"/>
                  </a:srgbClr>
                </a:solidFill>
                <a:latin typeface="楷体" panose="02010609060101010101" pitchFamily="49" charset="-122"/>
                <a:ea typeface="楷体" panose="02010609060101010101" pitchFamily="49" charset="-122"/>
              </a:rPr>
              <a:t>号 加粗 蓝色（</a:t>
            </a:r>
            <a:r>
              <a:rPr lang="en-US" altLang="zh-CN" sz="900" dirty="0">
                <a:solidFill>
                  <a:srgbClr val="FFFFFF">
                    <a:lumMod val="65000"/>
                  </a:srgbClr>
                </a:solidFill>
                <a:latin typeface="楷体" panose="02010609060101010101" pitchFamily="49" charset="-122"/>
                <a:ea typeface="楷体" panose="02010609060101010101" pitchFamily="49" charset="-122"/>
              </a:rPr>
              <a:t>R55 G96 B146</a:t>
            </a:r>
            <a:r>
              <a:rPr lang="zh-CN" altLang="en-US" sz="900" dirty="0">
                <a:solidFill>
                  <a:srgbClr val="FFFFFF">
                    <a:lumMod val="65000"/>
                  </a:srgbClr>
                </a:solidFill>
                <a:latin typeface="楷体" panose="02010609060101010101" pitchFamily="49" charset="-122"/>
                <a:ea typeface="楷体" panose="02010609060101010101" pitchFamily="49" charset="-122"/>
              </a:rPr>
              <a:t>）</a:t>
            </a:r>
            <a:endParaRPr lang="en-US" altLang="zh-CN" sz="900" dirty="0">
              <a:solidFill>
                <a:srgbClr val="FFFFFF">
                  <a:lumMod val="65000"/>
                </a:srgbClr>
              </a:solidFill>
              <a:latin typeface="楷体" panose="02010609060101010101" pitchFamily="49" charset="-122"/>
              <a:ea typeface="楷体" panose="02010609060101010101" pitchFamily="49" charset="-122"/>
            </a:endParaRPr>
          </a:p>
          <a:p>
            <a:pPr algn="just"/>
            <a:endParaRPr lang="en-US" altLang="zh-CN" sz="900" dirty="0">
              <a:solidFill>
                <a:srgbClr val="FFFFFF">
                  <a:lumMod val="65000"/>
                </a:srgbClr>
              </a:solidFill>
              <a:latin typeface="楷体" panose="02010609060101010101" pitchFamily="49" charset="-122"/>
              <a:ea typeface="楷体" panose="02010609060101010101" pitchFamily="49" charset="-122"/>
            </a:endParaRPr>
          </a:p>
          <a:p>
            <a:pPr algn="just"/>
            <a:r>
              <a:rPr lang="zh-CN" altLang="en-US" sz="900" dirty="0">
                <a:solidFill>
                  <a:srgbClr val="FFFFFF">
                    <a:lumMod val="65000"/>
                  </a:srgbClr>
                </a:solidFill>
                <a:latin typeface="楷体" panose="02010609060101010101" pitchFamily="49" charset="-122"/>
                <a:ea typeface="楷体" panose="02010609060101010101" pitchFamily="49" charset="-122"/>
              </a:rPr>
              <a:t>2. 内文一级标题：推荐使用黑体  </a:t>
            </a:r>
            <a:r>
              <a:rPr lang="en-US" altLang="zh-CN" sz="900" dirty="0">
                <a:solidFill>
                  <a:srgbClr val="FFFFFF">
                    <a:lumMod val="65000"/>
                  </a:srgbClr>
                </a:solidFill>
                <a:latin typeface="楷体" panose="02010609060101010101" pitchFamily="49" charset="-122"/>
                <a:ea typeface="楷体" panose="02010609060101010101" pitchFamily="49" charset="-122"/>
              </a:rPr>
              <a:t>16</a:t>
            </a:r>
            <a:r>
              <a:rPr lang="zh-CN" altLang="en-US" sz="900" dirty="0">
                <a:solidFill>
                  <a:srgbClr val="FFFFFF">
                    <a:lumMod val="65000"/>
                  </a:srgbClr>
                </a:solidFill>
                <a:latin typeface="楷体" panose="02010609060101010101" pitchFamily="49" charset="-122"/>
                <a:ea typeface="楷体" panose="02010609060101010101" pitchFamily="49" charset="-122"/>
              </a:rPr>
              <a:t>号  黑色（</a:t>
            </a:r>
            <a:r>
              <a:rPr lang="en-US" altLang="zh-CN" sz="900" dirty="0">
                <a:solidFill>
                  <a:srgbClr val="FFFFFF">
                    <a:lumMod val="65000"/>
                  </a:srgbClr>
                </a:solidFill>
                <a:latin typeface="楷体" panose="02010609060101010101" pitchFamily="49" charset="-122"/>
                <a:ea typeface="楷体" panose="02010609060101010101" pitchFamily="49" charset="-122"/>
              </a:rPr>
              <a:t>R0 G0 B0</a:t>
            </a:r>
            <a:r>
              <a:rPr lang="zh-CN" altLang="en-US" sz="900" dirty="0">
                <a:solidFill>
                  <a:srgbClr val="FFFFFF">
                    <a:lumMod val="65000"/>
                  </a:srgbClr>
                </a:solidFill>
                <a:latin typeface="楷体" panose="02010609060101010101" pitchFamily="49" charset="-122"/>
                <a:ea typeface="楷体" panose="02010609060101010101" pitchFamily="49" charset="-122"/>
              </a:rPr>
              <a:t>），一级标题使用“项目符号”中的钻石型符号，钻石型颜色为橙色（</a:t>
            </a:r>
            <a:r>
              <a:rPr lang="en-US" altLang="zh-CN" sz="900" dirty="0">
                <a:solidFill>
                  <a:srgbClr val="FFFFFF">
                    <a:lumMod val="65000"/>
                  </a:srgbClr>
                </a:solidFill>
                <a:latin typeface="楷体" panose="02010609060101010101" pitchFamily="49" charset="-122"/>
                <a:ea typeface="楷体" panose="02010609060101010101" pitchFamily="49" charset="-122"/>
              </a:rPr>
              <a:t>R247 G150 B70</a:t>
            </a:r>
            <a:r>
              <a:rPr lang="zh-CN" altLang="en-US" sz="900" dirty="0">
                <a:solidFill>
                  <a:srgbClr val="FFFFFF">
                    <a:lumMod val="65000"/>
                  </a:srgbClr>
                </a:solidFill>
                <a:latin typeface="楷体" panose="02010609060101010101" pitchFamily="49" charset="-122"/>
                <a:ea typeface="楷体" panose="02010609060101010101" pitchFamily="49" charset="-122"/>
              </a:rPr>
              <a:t>）</a:t>
            </a:r>
            <a:endParaRPr lang="en-US" altLang="zh-CN" sz="900" dirty="0">
              <a:solidFill>
                <a:srgbClr val="FFFFFF">
                  <a:lumMod val="65000"/>
                </a:srgbClr>
              </a:solidFill>
              <a:latin typeface="楷体" panose="02010609060101010101" pitchFamily="49" charset="-122"/>
              <a:ea typeface="楷体" panose="02010609060101010101" pitchFamily="49" charset="-122"/>
            </a:endParaRPr>
          </a:p>
          <a:p>
            <a:pPr algn="just"/>
            <a:endParaRPr lang="en-US" altLang="zh-CN" sz="900" dirty="0">
              <a:solidFill>
                <a:srgbClr val="FFFFFF">
                  <a:lumMod val="65000"/>
                </a:srgbClr>
              </a:solidFill>
              <a:latin typeface="楷体" panose="02010609060101010101" pitchFamily="49" charset="-122"/>
              <a:ea typeface="楷体" panose="02010609060101010101" pitchFamily="49" charset="-122"/>
            </a:endParaRPr>
          </a:p>
          <a:p>
            <a:pPr marL="0" marR="0" lvl="0" indent="0" algn="just" defTabSz="914400" rtl="0" eaLnBrk="1" fontAlgn="auto" latinLnBrk="0" hangingPunct="1">
              <a:lnSpc>
                <a:spcPct val="100000"/>
              </a:lnSpc>
              <a:spcBef>
                <a:spcPts val="0"/>
              </a:spcBef>
              <a:spcAft>
                <a:spcPts val="0"/>
              </a:spcAft>
              <a:buClrTx/>
              <a:buSzTx/>
              <a:buFontTx/>
              <a:buNone/>
              <a:defRPr/>
            </a:pPr>
            <a:r>
              <a:rPr lang="zh-CN" altLang="en-US" sz="900" dirty="0">
                <a:solidFill>
                  <a:srgbClr val="FFFFFF">
                    <a:lumMod val="65000"/>
                  </a:srgbClr>
                </a:solidFill>
                <a:latin typeface="楷体" panose="02010609060101010101" pitchFamily="49" charset="-122"/>
                <a:ea typeface="楷体" panose="02010609060101010101" pitchFamily="49" charset="-122"/>
              </a:rPr>
              <a:t>3. 内文二级标题：推荐使用宋体  </a:t>
            </a:r>
            <a:r>
              <a:rPr lang="en-US" altLang="zh-CN" sz="900" dirty="0">
                <a:solidFill>
                  <a:srgbClr val="FFFFFF">
                    <a:lumMod val="65000"/>
                  </a:srgbClr>
                </a:solidFill>
                <a:latin typeface="楷体" panose="02010609060101010101" pitchFamily="49" charset="-122"/>
                <a:ea typeface="楷体" panose="02010609060101010101" pitchFamily="49" charset="-122"/>
              </a:rPr>
              <a:t>14</a:t>
            </a:r>
            <a:r>
              <a:rPr lang="zh-CN" altLang="en-US" sz="900" dirty="0">
                <a:solidFill>
                  <a:srgbClr val="FFFFFF">
                    <a:lumMod val="65000"/>
                  </a:srgbClr>
                </a:solidFill>
                <a:latin typeface="楷体" panose="02010609060101010101" pitchFamily="49" charset="-122"/>
                <a:ea typeface="楷体" panose="02010609060101010101" pitchFamily="49" charset="-122"/>
              </a:rPr>
              <a:t>号  黑色（</a:t>
            </a:r>
            <a:r>
              <a:rPr lang="en-US" altLang="zh-CN" sz="900" dirty="0">
                <a:solidFill>
                  <a:srgbClr val="FFFFFF">
                    <a:lumMod val="65000"/>
                  </a:srgbClr>
                </a:solidFill>
                <a:latin typeface="楷体" panose="02010609060101010101" pitchFamily="49" charset="-122"/>
                <a:ea typeface="楷体" panose="02010609060101010101" pitchFamily="49" charset="-122"/>
              </a:rPr>
              <a:t>R0 G0 B0</a:t>
            </a:r>
            <a:r>
              <a:rPr lang="zh-CN" altLang="en-US" sz="900" dirty="0">
                <a:solidFill>
                  <a:srgbClr val="FFFFFF">
                    <a:lumMod val="65000"/>
                  </a:srgbClr>
                </a:solidFill>
                <a:latin typeface="楷体" panose="02010609060101010101" pitchFamily="49" charset="-122"/>
                <a:ea typeface="楷体" panose="02010609060101010101" pitchFamily="49" charset="-122"/>
              </a:rPr>
              <a:t>），二级标题使用“项目符号”中的小圆型符号，小圆型颜色为橙色（</a:t>
            </a:r>
            <a:r>
              <a:rPr lang="en-US" altLang="zh-CN" sz="900" dirty="0">
                <a:solidFill>
                  <a:srgbClr val="FFFFFF">
                    <a:lumMod val="65000"/>
                  </a:srgbClr>
                </a:solidFill>
                <a:latin typeface="楷体" panose="02010609060101010101" pitchFamily="49" charset="-122"/>
                <a:ea typeface="楷体" panose="02010609060101010101" pitchFamily="49" charset="-122"/>
              </a:rPr>
              <a:t>R247 G150 B70</a:t>
            </a:r>
            <a:r>
              <a:rPr lang="zh-CN" altLang="en-US" sz="900" dirty="0">
                <a:solidFill>
                  <a:srgbClr val="FFFFFF">
                    <a:lumMod val="65000"/>
                  </a:srgbClr>
                </a:solidFill>
                <a:latin typeface="楷体" panose="02010609060101010101" pitchFamily="49" charset="-122"/>
                <a:ea typeface="楷体" panose="02010609060101010101" pitchFamily="49" charset="-122"/>
              </a:rPr>
              <a:t>）</a:t>
            </a:r>
            <a:endParaRPr lang="en-US" altLang="zh-CN" sz="900" dirty="0">
              <a:solidFill>
                <a:srgbClr val="FFFFFF">
                  <a:lumMod val="65000"/>
                </a:srgbClr>
              </a:solidFill>
              <a:latin typeface="楷体" panose="02010609060101010101" pitchFamily="49" charset="-122"/>
              <a:ea typeface="楷体" panose="02010609060101010101" pitchFamily="49" charset="-122"/>
            </a:endParaRPr>
          </a:p>
          <a:p>
            <a:pPr marL="0" marR="0" lvl="0" indent="0" algn="just" defTabSz="914400" rtl="0" eaLnBrk="1" fontAlgn="auto" latinLnBrk="0" hangingPunct="1">
              <a:lnSpc>
                <a:spcPct val="100000"/>
              </a:lnSpc>
              <a:spcBef>
                <a:spcPts val="0"/>
              </a:spcBef>
              <a:spcAft>
                <a:spcPts val="0"/>
              </a:spcAft>
              <a:buClrTx/>
              <a:buSzTx/>
              <a:buFontTx/>
              <a:buNone/>
              <a:defRPr/>
            </a:pPr>
            <a:endParaRPr lang="en-US" altLang="zh-CN" sz="900" dirty="0">
              <a:solidFill>
                <a:srgbClr val="FFFFFF">
                  <a:lumMod val="65000"/>
                </a:srgbClr>
              </a:solidFill>
              <a:latin typeface="楷体" panose="02010609060101010101" pitchFamily="49" charset="-122"/>
              <a:ea typeface="楷体" panose="02010609060101010101" pitchFamily="49" charset="-122"/>
            </a:endParaRPr>
          </a:p>
          <a:p>
            <a:pPr marL="0" marR="0" lvl="0" indent="0" algn="just" defTabSz="914400" rtl="0" eaLnBrk="1" fontAlgn="auto" latinLnBrk="0" hangingPunct="1">
              <a:lnSpc>
                <a:spcPct val="100000"/>
              </a:lnSpc>
              <a:spcBef>
                <a:spcPts val="0"/>
              </a:spcBef>
              <a:spcAft>
                <a:spcPts val="0"/>
              </a:spcAft>
              <a:buClrTx/>
              <a:buSzTx/>
              <a:buFontTx/>
              <a:buNone/>
              <a:defRPr/>
            </a:pPr>
            <a:r>
              <a:rPr lang="zh-CN" altLang="en-US" sz="900" dirty="0">
                <a:solidFill>
                  <a:srgbClr val="FFFFFF">
                    <a:lumMod val="65000"/>
                  </a:srgbClr>
                </a:solidFill>
                <a:latin typeface="楷体" panose="02010609060101010101" pitchFamily="49" charset="-122"/>
                <a:ea typeface="楷体" panose="02010609060101010101" pitchFamily="49" charset="-122"/>
              </a:rPr>
              <a:t>4. 内文文字：推荐使用宋体  </a:t>
            </a:r>
            <a:r>
              <a:rPr lang="en-US" altLang="zh-CN" sz="900" dirty="0">
                <a:solidFill>
                  <a:srgbClr val="FFFFFF">
                    <a:lumMod val="65000"/>
                  </a:srgbClr>
                </a:solidFill>
                <a:latin typeface="楷体" panose="02010609060101010101" pitchFamily="49" charset="-122"/>
                <a:ea typeface="楷体" panose="02010609060101010101" pitchFamily="49" charset="-122"/>
              </a:rPr>
              <a:t>14</a:t>
            </a:r>
            <a:r>
              <a:rPr lang="zh-CN" altLang="en-US" sz="900" dirty="0">
                <a:solidFill>
                  <a:srgbClr val="FFFFFF">
                    <a:lumMod val="65000"/>
                  </a:srgbClr>
                </a:solidFill>
                <a:latin typeface="楷体" panose="02010609060101010101" pitchFamily="49" charset="-122"/>
                <a:ea typeface="楷体" panose="02010609060101010101" pitchFamily="49" charset="-122"/>
              </a:rPr>
              <a:t>号  黑色（</a:t>
            </a:r>
            <a:r>
              <a:rPr lang="en-US" altLang="zh-CN" sz="900" dirty="0">
                <a:solidFill>
                  <a:srgbClr val="FFFFFF">
                    <a:lumMod val="65000"/>
                  </a:srgbClr>
                </a:solidFill>
                <a:latin typeface="楷体" panose="02010609060101010101" pitchFamily="49" charset="-122"/>
                <a:ea typeface="楷体" panose="02010609060101010101" pitchFamily="49" charset="-122"/>
              </a:rPr>
              <a:t>R0 G0 B0</a:t>
            </a:r>
            <a:r>
              <a:rPr lang="zh-CN" altLang="en-US" sz="900" dirty="0">
                <a:solidFill>
                  <a:srgbClr val="FFFFFF">
                    <a:lumMod val="65000"/>
                  </a:srgbClr>
                </a:solidFill>
                <a:latin typeface="楷体" panose="02010609060101010101" pitchFamily="49" charset="-122"/>
                <a:ea typeface="楷体" panose="02010609060101010101" pitchFamily="49" charset="-122"/>
              </a:rPr>
              <a:t>），正文使用“项目符号”中的小圆型符号，小圆型颜色为橙色（</a:t>
            </a:r>
            <a:r>
              <a:rPr lang="en-US" altLang="zh-CN" sz="900" dirty="0">
                <a:solidFill>
                  <a:srgbClr val="FFFFFF">
                    <a:lumMod val="65000"/>
                  </a:srgbClr>
                </a:solidFill>
                <a:latin typeface="楷体" panose="02010609060101010101" pitchFamily="49" charset="-122"/>
                <a:ea typeface="楷体" panose="02010609060101010101" pitchFamily="49" charset="-122"/>
              </a:rPr>
              <a:t>R247 G150 B70</a:t>
            </a:r>
            <a:r>
              <a:rPr lang="zh-CN" altLang="en-US" sz="900" dirty="0">
                <a:solidFill>
                  <a:srgbClr val="FFFFFF">
                    <a:lumMod val="65000"/>
                  </a:srgbClr>
                </a:solidFill>
                <a:latin typeface="楷体" panose="02010609060101010101" pitchFamily="49" charset="-122"/>
                <a:ea typeface="楷体" panose="02010609060101010101" pitchFamily="49" charset="-122"/>
              </a:rPr>
              <a:t>），在二级标题下使用时，可不用符号或使用其他符号</a:t>
            </a:r>
            <a:endParaRPr lang="en-US" altLang="zh-CN" sz="900" dirty="0">
              <a:solidFill>
                <a:srgbClr val="FFFFFF">
                  <a:lumMod val="65000"/>
                </a:srgbClr>
              </a:solidFill>
              <a:latin typeface="楷体" panose="02010609060101010101" pitchFamily="49" charset="-122"/>
              <a:ea typeface="楷体" panose="02010609060101010101" pitchFamily="49" charset="-122"/>
            </a:endParaRPr>
          </a:p>
          <a:p>
            <a:pPr marL="0" marR="0" lvl="0" indent="0" algn="just" defTabSz="914400" rtl="0" eaLnBrk="1" fontAlgn="auto" latinLnBrk="0" hangingPunct="1">
              <a:lnSpc>
                <a:spcPct val="100000"/>
              </a:lnSpc>
              <a:spcBef>
                <a:spcPts val="0"/>
              </a:spcBef>
              <a:spcAft>
                <a:spcPts val="0"/>
              </a:spcAft>
              <a:buClrTx/>
              <a:buSzTx/>
              <a:buFontTx/>
              <a:buNone/>
              <a:defRPr/>
            </a:pPr>
            <a:endParaRPr lang="en-US" altLang="zh-CN" sz="900" dirty="0">
              <a:solidFill>
                <a:srgbClr val="FFFFFF">
                  <a:lumMod val="65000"/>
                </a:srgbClr>
              </a:solidFill>
              <a:latin typeface="楷体" panose="02010609060101010101" pitchFamily="49" charset="-122"/>
              <a:ea typeface="楷体" panose="02010609060101010101" pitchFamily="49" charset="-122"/>
            </a:endParaRPr>
          </a:p>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900" dirty="0">
                <a:solidFill>
                  <a:srgbClr val="FFFFFF">
                    <a:lumMod val="65000"/>
                  </a:srgbClr>
                </a:solidFill>
                <a:latin typeface="楷体" panose="02010609060101010101" pitchFamily="49" charset="-122"/>
                <a:ea typeface="楷体" panose="02010609060101010101" pitchFamily="49" charset="-122"/>
              </a:rPr>
              <a:t>5</a:t>
            </a:r>
            <a:r>
              <a:rPr lang="zh-CN" altLang="en-US" sz="900" dirty="0">
                <a:solidFill>
                  <a:srgbClr val="FFFFFF">
                    <a:lumMod val="65000"/>
                  </a:srgbClr>
                </a:solidFill>
                <a:latin typeface="楷体" panose="02010609060101010101" pitchFamily="49" charset="-122"/>
                <a:ea typeface="楷体" panose="02010609060101010101" pitchFamily="49" charset="-122"/>
              </a:rPr>
              <a:t>. 一二级标题、内文文字进行提示和强调时，推荐使用加粗或变更颜色，推荐使用橙色（</a:t>
            </a:r>
            <a:r>
              <a:rPr lang="en-US" altLang="zh-CN" sz="900" dirty="0">
                <a:solidFill>
                  <a:srgbClr val="FFFFFF">
                    <a:lumMod val="65000"/>
                  </a:srgbClr>
                </a:solidFill>
                <a:latin typeface="楷体" panose="02010609060101010101" pitchFamily="49" charset="-122"/>
                <a:ea typeface="楷体" panose="02010609060101010101" pitchFamily="49" charset="-122"/>
              </a:rPr>
              <a:t>R247 G150 B70</a:t>
            </a:r>
            <a:r>
              <a:rPr lang="zh-CN" altLang="en-US" sz="900" dirty="0">
                <a:solidFill>
                  <a:srgbClr val="FFFFFF">
                    <a:lumMod val="65000"/>
                  </a:srgbClr>
                </a:solidFill>
                <a:latin typeface="楷体" panose="02010609060101010101" pitchFamily="49" charset="-122"/>
                <a:ea typeface="楷体" panose="02010609060101010101" pitchFamily="49" charset="-122"/>
              </a:rPr>
              <a:t>）</a:t>
            </a:r>
            <a:endParaRPr lang="en-US" altLang="zh-CN" sz="900" dirty="0">
              <a:solidFill>
                <a:srgbClr val="FFFFFF">
                  <a:lumMod val="65000"/>
                </a:srgbClr>
              </a:solidFill>
              <a:latin typeface="楷体" panose="02010609060101010101" pitchFamily="49" charset="-122"/>
              <a:ea typeface="楷体" panose="02010609060101010101" pitchFamily="49" charset="-122"/>
            </a:endParaRPr>
          </a:p>
          <a:p>
            <a:pPr algn="just"/>
            <a:r>
              <a:rPr lang="zh-CN" altLang="en-US" sz="900" dirty="0">
                <a:solidFill>
                  <a:srgbClr val="FFFFFF">
                    <a:lumMod val="65000"/>
                  </a:srgbClr>
                </a:solidFill>
                <a:latin typeface="楷体" panose="02010609060101010101" pitchFamily="49" charset="-122"/>
                <a:ea typeface="楷体" panose="02010609060101010101" pitchFamily="49" charset="-122"/>
              </a:rPr>
              <a:t>所有备注中文为宋体，英文</a:t>
            </a:r>
            <a:r>
              <a:rPr lang="en-US" altLang="zh-CN" sz="900" dirty="0">
                <a:solidFill>
                  <a:srgbClr val="FFFFFF">
                    <a:lumMod val="65000"/>
                  </a:srgbClr>
                </a:solidFill>
                <a:latin typeface="楷体" panose="02010609060101010101" pitchFamily="49" charset="-122"/>
                <a:ea typeface="楷体" panose="02010609060101010101" pitchFamily="49" charset="-122"/>
              </a:rPr>
              <a:t>Time New Roman</a:t>
            </a:r>
            <a:r>
              <a:rPr lang="zh-CN" altLang="en-US" sz="900" dirty="0">
                <a:solidFill>
                  <a:srgbClr val="FFFFFF">
                    <a:lumMod val="65000"/>
                  </a:srgbClr>
                </a:solidFill>
                <a:latin typeface="楷体" panose="02010609060101010101" pitchFamily="49" charset="-122"/>
                <a:ea typeface="楷体" panose="02010609060101010101" pitchFamily="49" charset="-122"/>
              </a:rPr>
              <a:t>，</a:t>
            </a:r>
            <a:r>
              <a:rPr lang="en-US" altLang="zh-CN" sz="900" dirty="0">
                <a:solidFill>
                  <a:srgbClr val="FFFFFF">
                    <a:lumMod val="65000"/>
                  </a:srgbClr>
                </a:solidFill>
                <a:latin typeface="楷体" panose="02010609060101010101" pitchFamily="49" charset="-122"/>
                <a:ea typeface="楷体" panose="02010609060101010101" pitchFamily="49" charset="-122"/>
              </a:rPr>
              <a:t>8</a:t>
            </a:r>
            <a:r>
              <a:rPr lang="zh-CN" altLang="en-US" sz="900" dirty="0">
                <a:solidFill>
                  <a:srgbClr val="FFFFFF">
                    <a:lumMod val="65000"/>
                  </a:srgbClr>
                </a:solidFill>
                <a:latin typeface="楷体" panose="02010609060101010101" pitchFamily="49" charset="-122"/>
                <a:ea typeface="楷体" panose="02010609060101010101" pitchFamily="49" charset="-122"/>
              </a:rPr>
              <a:t>号，黑色（</a:t>
            </a:r>
            <a:r>
              <a:rPr lang="en-US" altLang="zh-CN" sz="900" dirty="0">
                <a:solidFill>
                  <a:srgbClr val="FFFFFF">
                    <a:lumMod val="65000"/>
                  </a:srgbClr>
                </a:solidFill>
                <a:latin typeface="楷体" panose="02010609060101010101" pitchFamily="49" charset="-122"/>
                <a:ea typeface="楷体" panose="02010609060101010101" pitchFamily="49" charset="-122"/>
              </a:rPr>
              <a:t>R0</a:t>
            </a:r>
            <a:r>
              <a:rPr lang="zh-CN" altLang="en-US" sz="900" dirty="0">
                <a:solidFill>
                  <a:srgbClr val="FFFFFF">
                    <a:lumMod val="65000"/>
                  </a:srgbClr>
                </a:solidFill>
                <a:latin typeface="楷体" panose="02010609060101010101" pitchFamily="49" charset="-122"/>
                <a:ea typeface="楷体" panose="02010609060101010101" pitchFamily="49" charset="-122"/>
              </a:rPr>
              <a:t>，</a:t>
            </a:r>
            <a:r>
              <a:rPr lang="en-US" altLang="zh-CN" sz="900" dirty="0">
                <a:solidFill>
                  <a:srgbClr val="FFFFFF">
                    <a:lumMod val="65000"/>
                  </a:srgbClr>
                </a:solidFill>
                <a:latin typeface="楷体" panose="02010609060101010101" pitchFamily="49" charset="-122"/>
                <a:ea typeface="楷体" panose="02010609060101010101" pitchFamily="49" charset="-122"/>
              </a:rPr>
              <a:t>G0</a:t>
            </a:r>
            <a:r>
              <a:rPr lang="zh-CN" altLang="en-US" sz="900" dirty="0">
                <a:solidFill>
                  <a:srgbClr val="FFFFFF">
                    <a:lumMod val="65000"/>
                  </a:srgbClr>
                </a:solidFill>
                <a:latin typeface="楷体" panose="02010609060101010101" pitchFamily="49" charset="-122"/>
                <a:ea typeface="楷体" panose="02010609060101010101" pitchFamily="49" charset="-122"/>
              </a:rPr>
              <a:t>，</a:t>
            </a:r>
            <a:r>
              <a:rPr lang="en-US" altLang="zh-CN" sz="900" dirty="0">
                <a:solidFill>
                  <a:srgbClr val="FFFFFF">
                    <a:lumMod val="65000"/>
                  </a:srgbClr>
                </a:solidFill>
                <a:latin typeface="楷体" panose="02010609060101010101" pitchFamily="49" charset="-122"/>
                <a:ea typeface="楷体" panose="02010609060101010101" pitchFamily="49" charset="-122"/>
              </a:rPr>
              <a:t>B0</a:t>
            </a:r>
            <a:r>
              <a:rPr lang="zh-CN" altLang="en-US" sz="900" dirty="0">
                <a:solidFill>
                  <a:srgbClr val="FFFFFF">
                    <a:lumMod val="65000"/>
                  </a:srgbClr>
                </a:solidFill>
                <a:latin typeface="楷体" panose="02010609060101010101" pitchFamily="49" charset="-122"/>
                <a:ea typeface="楷体" panose="02010609060101010101" pitchFamily="49" charset="-122"/>
              </a:rPr>
              <a:t>）</a:t>
            </a:r>
          </a:p>
        </p:txBody>
      </p:sp>
      <p:sp>
        <p:nvSpPr>
          <p:cNvPr id="49" name="矩形 48"/>
          <p:cNvSpPr/>
          <p:nvPr userDrawn="1"/>
        </p:nvSpPr>
        <p:spPr>
          <a:xfrm>
            <a:off x="-971986" y="478350"/>
            <a:ext cx="971985" cy="364565"/>
          </a:xfrm>
          <a:prstGeom prst="rect">
            <a:avLst/>
          </a:prstGeom>
          <a:solidFill>
            <a:srgbClr val="4472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楷体" panose="02010609060101010101" pitchFamily="49" charset="-122"/>
              <a:ea typeface="楷体" panose="02010609060101010101" pitchFamily="49" charset="-122"/>
            </a:endParaRPr>
          </a:p>
        </p:txBody>
      </p:sp>
      <p:sp>
        <p:nvSpPr>
          <p:cNvPr id="50" name="文本框 49"/>
          <p:cNvSpPr txBox="1"/>
          <p:nvPr userDrawn="1"/>
        </p:nvSpPr>
        <p:spPr>
          <a:xfrm>
            <a:off x="-1003861" y="537860"/>
            <a:ext cx="1129295" cy="254044"/>
          </a:xfrm>
          <a:prstGeom prst="rect">
            <a:avLst/>
          </a:prstGeom>
          <a:noFill/>
        </p:spPr>
        <p:txBody>
          <a:bodyPr wrap="square" rtlCol="0">
            <a:spAutoFit/>
          </a:bodyPr>
          <a:lstStyle/>
          <a:p>
            <a:r>
              <a:rPr lang="en-US" altLang="zh-CN" sz="1050" dirty="0">
                <a:solidFill>
                  <a:schemeClr val="bg1"/>
                </a:solidFill>
                <a:latin typeface="楷体" panose="02010609060101010101" pitchFamily="49" charset="-122"/>
                <a:ea typeface="楷体" panose="02010609060101010101" pitchFamily="49" charset="-122"/>
              </a:rPr>
              <a:t>R68 G114 B169</a:t>
            </a:r>
            <a:endParaRPr lang="zh-CN" altLang="en-US" sz="1050" dirty="0">
              <a:solidFill>
                <a:schemeClr val="bg1"/>
              </a:solidFill>
              <a:latin typeface="楷体" panose="02010609060101010101" pitchFamily="49" charset="-122"/>
              <a:ea typeface="楷体" panose="02010609060101010101" pitchFamily="49" charset="-122"/>
            </a:endParaRPr>
          </a:p>
        </p:txBody>
      </p:sp>
      <p:sp>
        <p:nvSpPr>
          <p:cNvPr id="51" name="矩形 50"/>
          <p:cNvSpPr/>
          <p:nvPr userDrawn="1"/>
        </p:nvSpPr>
        <p:spPr>
          <a:xfrm>
            <a:off x="-971986" y="1108551"/>
            <a:ext cx="971986" cy="364565"/>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楷体" panose="02010609060101010101" pitchFamily="49" charset="-122"/>
              <a:ea typeface="楷体" panose="02010609060101010101" pitchFamily="49" charset="-122"/>
            </a:endParaRPr>
          </a:p>
        </p:txBody>
      </p:sp>
      <p:sp>
        <p:nvSpPr>
          <p:cNvPr id="52" name="文本框 51"/>
          <p:cNvSpPr txBox="1"/>
          <p:nvPr userDrawn="1"/>
        </p:nvSpPr>
        <p:spPr>
          <a:xfrm>
            <a:off x="-1003862" y="1161424"/>
            <a:ext cx="1101487" cy="254044"/>
          </a:xfrm>
          <a:prstGeom prst="rect">
            <a:avLst/>
          </a:prstGeom>
          <a:noFill/>
        </p:spPr>
        <p:txBody>
          <a:bodyPr wrap="square" rtlCol="0">
            <a:spAutoFit/>
          </a:bodyPr>
          <a:lstStyle/>
          <a:p>
            <a:r>
              <a:rPr lang="en-US" altLang="zh-CN" sz="1050" dirty="0">
                <a:solidFill>
                  <a:schemeClr val="bg1"/>
                </a:solidFill>
                <a:latin typeface="楷体" panose="02010609060101010101" pitchFamily="49" charset="-122"/>
                <a:ea typeface="楷体" panose="02010609060101010101" pitchFamily="49" charset="-122"/>
              </a:rPr>
              <a:t>R79 G129 B189</a:t>
            </a:r>
            <a:endParaRPr lang="zh-CN" altLang="en-US" sz="1050" dirty="0">
              <a:solidFill>
                <a:schemeClr val="bg1"/>
              </a:solidFill>
              <a:latin typeface="楷体" panose="02010609060101010101" pitchFamily="49" charset="-122"/>
              <a:ea typeface="楷体" panose="02010609060101010101" pitchFamily="49" charset="-122"/>
            </a:endParaRPr>
          </a:p>
        </p:txBody>
      </p:sp>
      <p:sp>
        <p:nvSpPr>
          <p:cNvPr id="53" name="文本框 52"/>
          <p:cNvSpPr txBox="1"/>
          <p:nvPr userDrawn="1"/>
        </p:nvSpPr>
        <p:spPr>
          <a:xfrm>
            <a:off x="-852504" y="115578"/>
            <a:ext cx="781485" cy="261610"/>
          </a:xfrm>
          <a:prstGeom prst="rect">
            <a:avLst/>
          </a:prstGeom>
          <a:noFill/>
        </p:spPr>
        <p:txBody>
          <a:bodyPr wrap="square" rtlCol="0">
            <a:spAutoFit/>
          </a:bodyPr>
          <a:lstStyle/>
          <a:p>
            <a:r>
              <a:rPr lang="zh-CN" altLang="en-US" sz="1100" dirty="0">
                <a:latin typeface="楷体" panose="02010609060101010101" pitchFamily="49" charset="-122"/>
                <a:ea typeface="楷体" panose="02010609060101010101" pitchFamily="49" charset="-122"/>
              </a:rPr>
              <a:t>参考配色</a:t>
            </a:r>
          </a:p>
        </p:txBody>
      </p:sp>
      <p:sp>
        <p:nvSpPr>
          <p:cNvPr id="54" name="矩形 53"/>
          <p:cNvSpPr/>
          <p:nvPr userDrawn="1"/>
        </p:nvSpPr>
        <p:spPr>
          <a:xfrm>
            <a:off x="-971986" y="1738752"/>
            <a:ext cx="971986" cy="36456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楷体" panose="02010609060101010101" pitchFamily="49" charset="-122"/>
              <a:ea typeface="楷体" panose="02010609060101010101" pitchFamily="49" charset="-122"/>
            </a:endParaRPr>
          </a:p>
        </p:txBody>
      </p:sp>
      <p:sp>
        <p:nvSpPr>
          <p:cNvPr id="55" name="文本框 54"/>
          <p:cNvSpPr txBox="1"/>
          <p:nvPr userDrawn="1"/>
        </p:nvSpPr>
        <p:spPr>
          <a:xfrm>
            <a:off x="-1034147" y="1805388"/>
            <a:ext cx="1189865" cy="253916"/>
          </a:xfrm>
          <a:prstGeom prst="rect">
            <a:avLst/>
          </a:prstGeom>
          <a:noFill/>
        </p:spPr>
        <p:txBody>
          <a:bodyPr wrap="square" rtlCol="0">
            <a:spAutoFit/>
          </a:bodyPr>
          <a:lstStyle/>
          <a:p>
            <a:r>
              <a:rPr lang="en-US" altLang="zh-CN" sz="1050" dirty="0">
                <a:latin typeface="楷体" panose="02010609060101010101" pitchFamily="49" charset="-122"/>
                <a:ea typeface="楷体" panose="02010609060101010101" pitchFamily="49" charset="-122"/>
              </a:rPr>
              <a:t>R189 G205 B229</a:t>
            </a:r>
            <a:endParaRPr lang="zh-CN" altLang="en-US" sz="1050" dirty="0">
              <a:latin typeface="楷体" panose="02010609060101010101" pitchFamily="49" charset="-122"/>
              <a:ea typeface="楷体" panose="02010609060101010101" pitchFamily="49" charset="-122"/>
            </a:endParaRPr>
          </a:p>
        </p:txBody>
      </p:sp>
      <p:sp>
        <p:nvSpPr>
          <p:cNvPr id="56" name="矩形 55"/>
          <p:cNvSpPr/>
          <p:nvPr userDrawn="1"/>
        </p:nvSpPr>
        <p:spPr>
          <a:xfrm>
            <a:off x="-971986" y="2369203"/>
            <a:ext cx="971986" cy="364565"/>
          </a:xfrm>
          <a:prstGeom prst="rect">
            <a:avLst/>
          </a:prstGeom>
          <a:solidFill>
            <a:srgbClr val="E838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楷体" panose="02010609060101010101" pitchFamily="49" charset="-122"/>
              <a:ea typeface="楷体" panose="02010609060101010101" pitchFamily="49" charset="-122"/>
            </a:endParaRPr>
          </a:p>
        </p:txBody>
      </p:sp>
      <p:sp>
        <p:nvSpPr>
          <p:cNvPr id="57" name="文本框 56"/>
          <p:cNvSpPr txBox="1"/>
          <p:nvPr userDrawn="1"/>
        </p:nvSpPr>
        <p:spPr>
          <a:xfrm>
            <a:off x="-879357" y="2378145"/>
            <a:ext cx="880283" cy="338554"/>
          </a:xfrm>
          <a:prstGeom prst="rect">
            <a:avLst/>
          </a:prstGeom>
          <a:noFill/>
        </p:spPr>
        <p:txBody>
          <a:bodyPr wrap="square" rtlCol="0">
            <a:spAutoFit/>
          </a:bodyPr>
          <a:lstStyle/>
          <a:p>
            <a:r>
              <a:rPr lang="en-US" altLang="zh-CN" sz="800" dirty="0">
                <a:solidFill>
                  <a:schemeClr val="bg1"/>
                </a:solidFill>
                <a:latin typeface="楷体" panose="02010609060101010101" pitchFamily="49" charset="-122"/>
                <a:ea typeface="楷体" panose="02010609060101010101" pitchFamily="49" charset="-122"/>
              </a:rPr>
              <a:t>R232 G56 B13</a:t>
            </a:r>
          </a:p>
          <a:p>
            <a:r>
              <a:rPr lang="zh-CN" altLang="en-US" sz="800" dirty="0">
                <a:solidFill>
                  <a:schemeClr val="bg1"/>
                </a:solidFill>
                <a:latin typeface="楷体" panose="02010609060101010101" pitchFamily="49" charset="-122"/>
                <a:ea typeface="楷体" panose="02010609060101010101" pitchFamily="49" charset="-122"/>
              </a:rPr>
              <a:t>（</a:t>
            </a:r>
            <a:r>
              <a:rPr lang="en-US" altLang="zh-CN" sz="800" dirty="0">
                <a:solidFill>
                  <a:schemeClr val="bg1"/>
                </a:solidFill>
                <a:latin typeface="楷体" panose="02010609060101010101" pitchFamily="49" charset="-122"/>
                <a:ea typeface="楷体" panose="02010609060101010101" pitchFamily="49" charset="-122"/>
              </a:rPr>
              <a:t>VI</a:t>
            </a:r>
            <a:r>
              <a:rPr lang="zh-CN" altLang="en-US" sz="800" dirty="0">
                <a:solidFill>
                  <a:schemeClr val="bg1"/>
                </a:solidFill>
                <a:latin typeface="楷体" panose="02010609060101010101" pitchFamily="49" charset="-122"/>
                <a:ea typeface="楷体" panose="02010609060101010101" pitchFamily="49" charset="-122"/>
              </a:rPr>
              <a:t>标准色）</a:t>
            </a:r>
          </a:p>
        </p:txBody>
      </p:sp>
      <p:sp>
        <p:nvSpPr>
          <p:cNvPr id="58" name="矩形 57"/>
          <p:cNvSpPr/>
          <p:nvPr userDrawn="1"/>
        </p:nvSpPr>
        <p:spPr>
          <a:xfrm>
            <a:off x="-971986" y="3001540"/>
            <a:ext cx="971986" cy="364565"/>
          </a:xfrm>
          <a:prstGeom prst="rect">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楷体" panose="02010609060101010101" pitchFamily="49" charset="-122"/>
              <a:ea typeface="楷体" panose="02010609060101010101" pitchFamily="49" charset="-122"/>
            </a:endParaRPr>
          </a:p>
        </p:txBody>
      </p:sp>
      <p:sp>
        <p:nvSpPr>
          <p:cNvPr id="59" name="文本框 58"/>
          <p:cNvSpPr txBox="1"/>
          <p:nvPr userDrawn="1"/>
        </p:nvSpPr>
        <p:spPr>
          <a:xfrm>
            <a:off x="-1034147" y="3052277"/>
            <a:ext cx="1098143" cy="254044"/>
          </a:xfrm>
          <a:prstGeom prst="rect">
            <a:avLst/>
          </a:prstGeom>
          <a:noFill/>
        </p:spPr>
        <p:txBody>
          <a:bodyPr wrap="square" rtlCol="0">
            <a:spAutoFit/>
          </a:bodyPr>
          <a:lstStyle/>
          <a:p>
            <a:r>
              <a:rPr lang="en-US" altLang="zh-CN" sz="1050" dirty="0">
                <a:solidFill>
                  <a:schemeClr val="bg1"/>
                </a:solidFill>
                <a:latin typeface="楷体" panose="02010609060101010101" pitchFamily="49" charset="-122"/>
                <a:ea typeface="楷体" panose="02010609060101010101" pitchFamily="49" charset="-122"/>
              </a:rPr>
              <a:t>R247 G150 B70</a:t>
            </a:r>
            <a:endParaRPr lang="zh-CN" altLang="en-US" sz="1050" dirty="0">
              <a:solidFill>
                <a:schemeClr val="bg1"/>
              </a:solidFill>
              <a:latin typeface="楷体" panose="02010609060101010101" pitchFamily="49" charset="-122"/>
              <a:ea typeface="楷体" panose="02010609060101010101" pitchFamily="49" charset="-122"/>
            </a:endParaRPr>
          </a:p>
        </p:txBody>
      </p:sp>
      <p:sp>
        <p:nvSpPr>
          <p:cNvPr id="60" name="矩形 59"/>
          <p:cNvSpPr/>
          <p:nvPr userDrawn="1"/>
        </p:nvSpPr>
        <p:spPr>
          <a:xfrm>
            <a:off x="-971987" y="3629354"/>
            <a:ext cx="971985" cy="364565"/>
          </a:xfrm>
          <a:prstGeom prst="rect">
            <a:avLst/>
          </a:prstGeom>
          <a:solidFill>
            <a:srgbClr val="FDBE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楷体" panose="02010609060101010101" pitchFamily="49" charset="-122"/>
              <a:ea typeface="楷体" panose="02010609060101010101" pitchFamily="49" charset="-122"/>
            </a:endParaRPr>
          </a:p>
        </p:txBody>
      </p:sp>
      <p:sp>
        <p:nvSpPr>
          <p:cNvPr id="61" name="文本框 60"/>
          <p:cNvSpPr txBox="1"/>
          <p:nvPr userDrawn="1"/>
        </p:nvSpPr>
        <p:spPr>
          <a:xfrm>
            <a:off x="-1034147" y="3684614"/>
            <a:ext cx="1125723" cy="254044"/>
          </a:xfrm>
          <a:prstGeom prst="rect">
            <a:avLst/>
          </a:prstGeom>
          <a:noFill/>
        </p:spPr>
        <p:txBody>
          <a:bodyPr wrap="square" rtlCol="0">
            <a:spAutoFit/>
          </a:bodyPr>
          <a:lstStyle/>
          <a:p>
            <a:r>
              <a:rPr lang="en-US" altLang="zh-CN" sz="1050" dirty="0">
                <a:latin typeface="楷体" panose="02010609060101010101" pitchFamily="49" charset="-122"/>
                <a:ea typeface="楷体" panose="02010609060101010101" pitchFamily="49" charset="-122"/>
              </a:rPr>
              <a:t>R253 G190 B148</a:t>
            </a:r>
            <a:endParaRPr lang="zh-CN" altLang="en-US" sz="1050" dirty="0">
              <a:latin typeface="楷体" panose="02010609060101010101" pitchFamily="49" charset="-122"/>
              <a:ea typeface="楷体" panose="02010609060101010101" pitchFamily="49" charset="-122"/>
            </a:endParaRPr>
          </a:p>
        </p:txBody>
      </p:sp>
      <p:sp>
        <p:nvSpPr>
          <p:cNvPr id="62" name="矩形 61"/>
          <p:cNvSpPr/>
          <p:nvPr userDrawn="1"/>
        </p:nvSpPr>
        <p:spPr>
          <a:xfrm>
            <a:off x="-971987" y="4884982"/>
            <a:ext cx="971987" cy="36456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楷体" panose="02010609060101010101" pitchFamily="49" charset="-122"/>
              <a:ea typeface="楷体" panose="02010609060101010101" pitchFamily="49" charset="-122"/>
            </a:endParaRPr>
          </a:p>
        </p:txBody>
      </p:sp>
      <p:sp>
        <p:nvSpPr>
          <p:cNvPr id="63" name="文本框 62"/>
          <p:cNvSpPr txBox="1"/>
          <p:nvPr userDrawn="1"/>
        </p:nvSpPr>
        <p:spPr>
          <a:xfrm>
            <a:off x="-1049323" y="4940242"/>
            <a:ext cx="1156073" cy="254044"/>
          </a:xfrm>
          <a:prstGeom prst="rect">
            <a:avLst/>
          </a:prstGeom>
          <a:noFill/>
        </p:spPr>
        <p:txBody>
          <a:bodyPr wrap="square" rtlCol="0">
            <a:spAutoFit/>
          </a:bodyPr>
          <a:lstStyle/>
          <a:p>
            <a:r>
              <a:rPr lang="en-US" altLang="zh-CN" sz="1050" dirty="0">
                <a:solidFill>
                  <a:schemeClr val="bg1"/>
                </a:solidFill>
                <a:latin typeface="楷体" panose="02010609060101010101" pitchFamily="49" charset="-122"/>
                <a:ea typeface="楷体" panose="02010609060101010101" pitchFamily="49" charset="-122"/>
              </a:rPr>
              <a:t>R166 G166 B166</a:t>
            </a:r>
            <a:endParaRPr lang="zh-CN" altLang="en-US" sz="1050" dirty="0">
              <a:solidFill>
                <a:schemeClr val="bg1"/>
              </a:solidFill>
              <a:latin typeface="楷体" panose="02010609060101010101" pitchFamily="49" charset="-122"/>
              <a:ea typeface="楷体" panose="02010609060101010101" pitchFamily="49" charset="-122"/>
            </a:endParaRPr>
          </a:p>
        </p:txBody>
      </p:sp>
      <p:sp>
        <p:nvSpPr>
          <p:cNvPr id="64" name="矩形 63"/>
          <p:cNvSpPr/>
          <p:nvPr userDrawn="1"/>
        </p:nvSpPr>
        <p:spPr>
          <a:xfrm>
            <a:off x="-971987" y="5519956"/>
            <a:ext cx="971985" cy="3645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楷体" panose="02010609060101010101" pitchFamily="49" charset="-122"/>
              <a:ea typeface="楷体" panose="02010609060101010101" pitchFamily="49" charset="-122"/>
            </a:endParaRPr>
          </a:p>
        </p:txBody>
      </p:sp>
      <p:sp>
        <p:nvSpPr>
          <p:cNvPr id="65" name="文本框 64"/>
          <p:cNvSpPr txBox="1"/>
          <p:nvPr userDrawn="1"/>
        </p:nvSpPr>
        <p:spPr>
          <a:xfrm>
            <a:off x="-1034147" y="5568783"/>
            <a:ext cx="1144773" cy="254044"/>
          </a:xfrm>
          <a:prstGeom prst="rect">
            <a:avLst/>
          </a:prstGeom>
          <a:noFill/>
        </p:spPr>
        <p:txBody>
          <a:bodyPr wrap="square" rtlCol="0">
            <a:spAutoFit/>
          </a:bodyPr>
          <a:lstStyle/>
          <a:p>
            <a:r>
              <a:rPr lang="en-US" altLang="zh-CN" sz="1050" dirty="0">
                <a:latin typeface="楷体" panose="02010609060101010101" pitchFamily="49" charset="-122"/>
                <a:ea typeface="楷体" panose="02010609060101010101" pitchFamily="49" charset="-122"/>
              </a:rPr>
              <a:t>R217 G217 B217</a:t>
            </a:r>
            <a:endParaRPr lang="zh-CN" altLang="en-US" sz="1050" dirty="0">
              <a:latin typeface="楷体" panose="02010609060101010101" pitchFamily="49" charset="-122"/>
              <a:ea typeface="楷体" panose="02010609060101010101" pitchFamily="49" charset="-122"/>
            </a:endParaRPr>
          </a:p>
        </p:txBody>
      </p:sp>
      <p:sp>
        <p:nvSpPr>
          <p:cNvPr id="66" name="矩形 65"/>
          <p:cNvSpPr/>
          <p:nvPr userDrawn="1"/>
        </p:nvSpPr>
        <p:spPr>
          <a:xfrm>
            <a:off x="-971987" y="4257168"/>
            <a:ext cx="971987" cy="3645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bg1">
                  <a:lumMod val="50000"/>
                </a:schemeClr>
              </a:solidFill>
              <a:latin typeface="楷体" panose="02010609060101010101" pitchFamily="49" charset="-122"/>
              <a:ea typeface="楷体" panose="02010609060101010101" pitchFamily="49" charset="-122"/>
            </a:endParaRPr>
          </a:p>
        </p:txBody>
      </p:sp>
      <p:sp>
        <p:nvSpPr>
          <p:cNvPr id="67" name="文本框 66"/>
          <p:cNvSpPr txBox="1"/>
          <p:nvPr userDrawn="1"/>
        </p:nvSpPr>
        <p:spPr>
          <a:xfrm>
            <a:off x="-1043695" y="4312428"/>
            <a:ext cx="1144818" cy="254044"/>
          </a:xfrm>
          <a:prstGeom prst="rect">
            <a:avLst/>
          </a:prstGeom>
          <a:noFill/>
        </p:spPr>
        <p:txBody>
          <a:bodyPr wrap="square" rtlCol="0">
            <a:spAutoFit/>
          </a:bodyPr>
          <a:lstStyle/>
          <a:p>
            <a:r>
              <a:rPr lang="en-US" altLang="zh-CN" sz="1050" dirty="0">
                <a:solidFill>
                  <a:schemeClr val="bg1"/>
                </a:solidFill>
                <a:latin typeface="楷体" panose="02010609060101010101" pitchFamily="49" charset="-122"/>
                <a:ea typeface="楷体" panose="02010609060101010101" pitchFamily="49" charset="-122"/>
              </a:rPr>
              <a:t>R127 G127 B127</a:t>
            </a:r>
            <a:endParaRPr lang="zh-CN" altLang="en-US" sz="1050" dirty="0">
              <a:solidFill>
                <a:schemeClr val="bg1"/>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822247849"/>
      </p:ext>
    </p:extLst>
  </p:cSld>
  <p:clrMap bg1="lt1" tx1="dk1" bg2="lt2" tx2="dk2" accent1="accent1" accent2="accent2" accent3="accent3" accent4="accent4" accent5="accent5" accent6="accent6" hlink="hlink" folHlink="folHlink"/>
  <p:sldLayoutIdLst>
    <p:sldLayoutId id="2147483664" r:id="rId1"/>
    <p:sldLayoutId id="2147483665" r:id="rId2"/>
  </p:sldLayoutIdLst>
  <p:hf hdr="0" ftr="0" dt="0"/>
  <p:txStyles>
    <p:titleStyle>
      <a:lvl1pPr algn="l" defTabSz="914400" rtl="0" eaLnBrk="1" latinLnBrk="0" hangingPunct="1">
        <a:spcBef>
          <a:spcPct val="0"/>
        </a:spcBef>
        <a:buNone/>
        <a:defRPr sz="24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sz="quarter" idx="10"/>
          </p:nvPr>
        </p:nvSpPr>
        <p:spPr>
          <a:xfrm>
            <a:off x="574487" y="2916801"/>
            <a:ext cx="8864787" cy="531625"/>
          </a:xfrm>
        </p:spPr>
        <p:txBody>
          <a:bodyPr/>
          <a:lstStyle/>
          <a:p>
            <a:r>
              <a:rPr lang="zh-CN" altLang="en-US" sz="4000" dirty="0"/>
              <a:t>实习答辩报告</a:t>
            </a:r>
            <a:endParaRPr lang="zh-CN" altLang="en-US" sz="4000" dirty="0">
              <a:latin typeface="楷体" panose="02010609060101010101" pitchFamily="49" charset="-122"/>
              <a:ea typeface="楷体" panose="02010609060101010101" pitchFamily="49" charset="-122"/>
            </a:endParaRPr>
          </a:p>
        </p:txBody>
      </p:sp>
      <p:sp>
        <p:nvSpPr>
          <p:cNvPr id="3" name="TextBox 5">
            <a:extLst>
              <a:ext uri="{FF2B5EF4-FFF2-40B4-BE49-F238E27FC236}">
                <a16:creationId xmlns:a16="http://schemas.microsoft.com/office/drawing/2014/main" id="{1F900B63-504A-D5C8-4C0F-10FEBE2F8233}"/>
              </a:ext>
            </a:extLst>
          </p:cNvPr>
          <p:cNvSpPr txBox="1"/>
          <p:nvPr/>
        </p:nvSpPr>
        <p:spPr>
          <a:xfrm>
            <a:off x="758761" y="3769419"/>
            <a:ext cx="1615827" cy="276999"/>
          </a:xfrm>
          <a:prstGeom prst="rect">
            <a:avLst/>
          </a:prstGeom>
          <a:noFill/>
          <a:ln>
            <a:noFill/>
          </a:ln>
        </p:spPr>
        <p:txBody>
          <a:bodyPr wrap="none" lIns="0" tIns="0" rIns="0" bIns="0" anchor="t" anchorCtr="0">
            <a:spAutoFit/>
          </a:bodyPr>
          <a:lstStyle/>
          <a:p>
            <a:pPr algn="l"/>
            <a:r>
              <a:rPr lang="zh-CN" altLang="en-US" sz="1800" dirty="0">
                <a:solidFill>
                  <a:srgbClr val="FFFFFF">
                    <a:alpha val="90000"/>
                  </a:srgbClr>
                </a:solidFill>
                <a:latin typeface="Arial"/>
                <a:ea typeface="Microsoft YaHei"/>
                <a:cs typeface="Arial"/>
              </a:rPr>
              <a:t>汇报人：张诗媛</a:t>
            </a:r>
            <a:endParaRPr lang="zh-CN" sz="1800" dirty="0">
              <a:solidFill>
                <a:srgbClr val="FFFFFF">
                  <a:alpha val="90000"/>
                </a:srgbClr>
              </a:solidFill>
              <a:latin typeface="Arial"/>
              <a:ea typeface="Microsoft YaHei"/>
              <a:cs typeface="Arial"/>
            </a:endParaRPr>
          </a:p>
        </p:txBody>
      </p:sp>
      <p:sp>
        <p:nvSpPr>
          <p:cNvPr id="4" name="TextBox 6">
            <a:extLst>
              <a:ext uri="{FF2B5EF4-FFF2-40B4-BE49-F238E27FC236}">
                <a16:creationId xmlns:a16="http://schemas.microsoft.com/office/drawing/2014/main" id="{72A96115-92F9-9AC3-386F-16A0076F5022}"/>
              </a:ext>
            </a:extLst>
          </p:cNvPr>
          <p:cNvSpPr txBox="1"/>
          <p:nvPr/>
        </p:nvSpPr>
        <p:spPr>
          <a:xfrm>
            <a:off x="758761" y="4135179"/>
            <a:ext cx="1211870" cy="207749"/>
          </a:xfrm>
          <a:prstGeom prst="rect">
            <a:avLst/>
          </a:prstGeom>
          <a:noFill/>
          <a:ln>
            <a:noFill/>
          </a:ln>
        </p:spPr>
        <p:txBody>
          <a:bodyPr wrap="none" lIns="0" tIns="0" rIns="0" bIns="0" anchor="t" anchorCtr="0">
            <a:spAutoFit/>
          </a:bodyPr>
          <a:lstStyle/>
          <a:p>
            <a:pPr algn="l"/>
            <a:r>
              <a:rPr lang="zh-CN" sz="1350" dirty="0">
                <a:solidFill>
                  <a:srgbClr val="FFFFFF">
                    <a:alpha val="75000"/>
                  </a:srgbClr>
                </a:solidFill>
                <a:latin typeface="Arial"/>
                <a:ea typeface="Microsoft YaHei"/>
                <a:cs typeface="Arial"/>
              </a:rPr>
              <a:t>指导老师：</a:t>
            </a:r>
            <a:r>
              <a:rPr lang="zh-CN" altLang="en-US" sz="1350" dirty="0">
                <a:solidFill>
                  <a:srgbClr val="FFFFFF">
                    <a:alpha val="75000"/>
                  </a:srgbClr>
                </a:solidFill>
                <a:latin typeface="Arial"/>
                <a:ea typeface="Microsoft YaHei"/>
                <a:cs typeface="Arial"/>
              </a:rPr>
              <a:t>刘璐</a:t>
            </a:r>
            <a:endParaRPr lang="zh-CN" sz="1350" dirty="0">
              <a:solidFill>
                <a:srgbClr val="FFFFFF">
                  <a:alpha val="75000"/>
                </a:srgbClr>
              </a:solidFill>
              <a:latin typeface="Arial"/>
              <a:ea typeface="Microsoft YaHei"/>
              <a:cs typeface="Arial"/>
            </a:endParaRPr>
          </a:p>
        </p:txBody>
      </p:sp>
      <p:grpSp>
        <p:nvGrpSpPr>
          <p:cNvPr id="8" name="组合 7">
            <a:extLst>
              <a:ext uri="{FF2B5EF4-FFF2-40B4-BE49-F238E27FC236}">
                <a16:creationId xmlns:a16="http://schemas.microsoft.com/office/drawing/2014/main" id="{E1521E5B-CB5F-B1D8-A14D-11370FAB6047}"/>
              </a:ext>
            </a:extLst>
          </p:cNvPr>
          <p:cNvGrpSpPr/>
          <p:nvPr/>
        </p:nvGrpSpPr>
        <p:grpSpPr>
          <a:xfrm>
            <a:off x="762571" y="5788111"/>
            <a:ext cx="1607820" cy="466970"/>
            <a:chOff x="937260" y="5252085"/>
            <a:chExt cx="1607820" cy="466970"/>
          </a:xfrm>
        </p:grpSpPr>
        <p:sp>
          <p:nvSpPr>
            <p:cNvPr id="5" name="TextBox 7">
              <a:extLst>
                <a:ext uri="{FF2B5EF4-FFF2-40B4-BE49-F238E27FC236}">
                  <a16:creationId xmlns:a16="http://schemas.microsoft.com/office/drawing/2014/main" id="{4BD83471-6E66-5EF4-8717-6EF2F431E68A}"/>
                </a:ext>
              </a:extLst>
            </p:cNvPr>
            <p:cNvSpPr txBox="1"/>
            <p:nvPr/>
          </p:nvSpPr>
          <p:spPr>
            <a:xfrm>
              <a:off x="937260" y="5252085"/>
              <a:ext cx="1607820" cy="243840"/>
            </a:xfrm>
            <a:prstGeom prst="rect">
              <a:avLst/>
            </a:prstGeom>
            <a:noFill/>
            <a:ln>
              <a:noFill/>
            </a:ln>
          </p:spPr>
          <p:txBody>
            <a:bodyPr wrap="none" lIns="0" tIns="0" rIns="0" bIns="0" anchor="t" anchorCtr="0">
              <a:spAutoFit/>
            </a:bodyPr>
            <a:lstStyle/>
            <a:p>
              <a:pPr algn="l"/>
              <a:r>
                <a:rPr lang="zh-CN" sz="1200" dirty="0">
                  <a:solidFill>
                    <a:srgbClr val="FFFFFF">
                      <a:alpha val="60000"/>
                    </a:srgbClr>
                  </a:solidFill>
                  <a:latin typeface="Arial"/>
                  <a:ea typeface="Microsoft YaHei"/>
                  <a:cs typeface="Arial"/>
                </a:rPr>
                <a:t>广发基金量化支持部</a:t>
              </a:r>
            </a:p>
          </p:txBody>
        </p:sp>
        <p:sp>
          <p:nvSpPr>
            <p:cNvPr id="7" name="TextBox 8">
              <a:extLst>
                <a:ext uri="{FF2B5EF4-FFF2-40B4-BE49-F238E27FC236}">
                  <a16:creationId xmlns:a16="http://schemas.microsoft.com/office/drawing/2014/main" id="{C07BCD9C-1E67-8213-C7BE-21B09287A81B}"/>
                </a:ext>
              </a:extLst>
            </p:cNvPr>
            <p:cNvSpPr txBox="1"/>
            <p:nvPr/>
          </p:nvSpPr>
          <p:spPr>
            <a:xfrm>
              <a:off x="938212" y="5545931"/>
              <a:ext cx="993862" cy="173124"/>
            </a:xfrm>
            <a:prstGeom prst="rect">
              <a:avLst/>
            </a:prstGeom>
            <a:noFill/>
            <a:ln>
              <a:noFill/>
            </a:ln>
          </p:spPr>
          <p:txBody>
            <a:bodyPr wrap="none" lIns="0" tIns="0" rIns="0" bIns="0" anchor="t" anchorCtr="0">
              <a:spAutoFit/>
            </a:bodyPr>
            <a:lstStyle/>
            <a:p>
              <a:pPr algn="l"/>
              <a:r>
                <a:rPr lang="zh-CN" sz="1125" dirty="0">
                  <a:solidFill>
                    <a:srgbClr val="FFFFFF">
                      <a:alpha val="50000"/>
                    </a:srgbClr>
                  </a:solidFill>
                  <a:latin typeface="Arial"/>
                  <a:ea typeface="Microsoft YaHei"/>
                  <a:cs typeface="Arial"/>
                </a:rPr>
                <a:t>2026年</a:t>
              </a:r>
              <a:r>
                <a:rPr lang="en-US" altLang="zh-CN" sz="1125" dirty="0">
                  <a:solidFill>
                    <a:srgbClr val="FFFFFF">
                      <a:alpha val="50000"/>
                    </a:srgbClr>
                  </a:solidFill>
                  <a:latin typeface="Arial"/>
                  <a:ea typeface="Microsoft YaHei"/>
                  <a:cs typeface="Arial"/>
                </a:rPr>
                <a:t>5</a:t>
              </a:r>
              <a:r>
                <a:rPr lang="zh-CN" sz="1125" dirty="0">
                  <a:solidFill>
                    <a:srgbClr val="FFFFFF">
                      <a:alpha val="50000"/>
                    </a:srgbClr>
                  </a:solidFill>
                  <a:latin typeface="Arial"/>
                  <a:ea typeface="Microsoft YaHei"/>
                  <a:cs typeface="Arial"/>
                </a:rPr>
                <a:t>月2</a:t>
              </a:r>
              <a:r>
                <a:rPr lang="en-US" altLang="zh-CN" sz="1125" dirty="0">
                  <a:solidFill>
                    <a:srgbClr val="FFFFFF">
                      <a:alpha val="50000"/>
                    </a:srgbClr>
                  </a:solidFill>
                  <a:latin typeface="Arial"/>
                  <a:ea typeface="Microsoft YaHei"/>
                  <a:cs typeface="Arial"/>
                </a:rPr>
                <a:t>5</a:t>
              </a:r>
              <a:r>
                <a:rPr lang="zh-CN" sz="1125" dirty="0">
                  <a:solidFill>
                    <a:srgbClr val="FFFFFF">
                      <a:alpha val="50000"/>
                    </a:srgbClr>
                  </a:solidFill>
                  <a:latin typeface="Arial"/>
                  <a:ea typeface="Microsoft YaHei"/>
                  <a:cs typeface="Arial"/>
                </a:rPr>
                <a:t>日</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3"/>
          </p:nvPr>
        </p:nvSpPr>
        <p:spPr>
          <a:xfrm>
            <a:off x="772055" y="2160947"/>
            <a:ext cx="5087971" cy="444500"/>
          </a:xfrm>
        </p:spPr>
        <p:txBody>
          <a:bodyPr>
            <a:normAutofit/>
          </a:bodyPr>
          <a:lstStyle/>
          <a:p>
            <a:r>
              <a:rPr lang="sv-SE" altLang="zh-CN" dirty="0"/>
              <a:t>Part 1 </a:t>
            </a:r>
            <a:r>
              <a:rPr lang="zh-CN" altLang="en-US" dirty="0"/>
              <a:t>成长</a:t>
            </a:r>
            <a:r>
              <a:rPr lang="en-US" altLang="zh-CN" dirty="0"/>
              <a:t>—</a:t>
            </a:r>
            <a:r>
              <a:rPr lang="zh-CN" altLang="en-US" dirty="0"/>
              <a:t>价值风格轮动复盘</a:t>
            </a:r>
          </a:p>
        </p:txBody>
      </p:sp>
      <p:grpSp>
        <p:nvGrpSpPr>
          <p:cNvPr id="3" name="组合 2">
            <a:extLst>
              <a:ext uri="{FF2B5EF4-FFF2-40B4-BE49-F238E27FC236}">
                <a16:creationId xmlns:a16="http://schemas.microsoft.com/office/drawing/2014/main" id="{EBC5C58A-6A13-72EB-0D83-B02E9184846A}"/>
              </a:ext>
            </a:extLst>
          </p:cNvPr>
          <p:cNvGrpSpPr/>
          <p:nvPr/>
        </p:nvGrpSpPr>
        <p:grpSpPr>
          <a:xfrm>
            <a:off x="772055" y="3429000"/>
            <a:ext cx="947375" cy="1228970"/>
            <a:chOff x="1699260" y="3870960"/>
            <a:chExt cx="947375" cy="1228970"/>
          </a:xfrm>
        </p:grpSpPr>
        <p:sp>
          <p:nvSpPr>
            <p:cNvPr id="7" name="TextBox 4">
              <a:extLst>
                <a:ext uri="{FF2B5EF4-FFF2-40B4-BE49-F238E27FC236}">
                  <a16:creationId xmlns:a16="http://schemas.microsoft.com/office/drawing/2014/main" id="{B35F5520-0452-5634-B86D-5841287A560E}"/>
                </a:ext>
              </a:extLst>
            </p:cNvPr>
            <p:cNvSpPr txBox="1"/>
            <p:nvPr/>
          </p:nvSpPr>
          <p:spPr>
            <a:xfrm>
              <a:off x="1699260" y="3870960"/>
              <a:ext cx="947375" cy="184666"/>
            </a:xfrm>
            <a:prstGeom prst="rect">
              <a:avLst/>
            </a:prstGeom>
            <a:noFill/>
            <a:ln>
              <a:noFill/>
            </a:ln>
          </p:spPr>
          <p:txBody>
            <a:bodyPr wrap="none" lIns="0" tIns="0" rIns="0" bIns="0" anchor="t" anchorCtr="0">
              <a:spAutoFit/>
            </a:bodyPr>
            <a:lstStyle/>
            <a:p>
              <a:pPr algn="l"/>
              <a:r>
                <a:rPr lang="en-US" altLang="zh-CN" sz="1200" b="1" dirty="0">
                  <a:solidFill>
                    <a:srgbClr val="F79646"/>
                  </a:solidFill>
                  <a:latin typeface="Arial"/>
                  <a:ea typeface="Microsoft YaHei"/>
                  <a:cs typeface="Arial"/>
                </a:rPr>
                <a:t>BLABLABLA</a:t>
              </a:r>
              <a:endParaRPr lang="zh-CN" sz="1200" b="1" dirty="0">
                <a:solidFill>
                  <a:srgbClr val="F79646"/>
                </a:solidFill>
                <a:latin typeface="Arial"/>
                <a:ea typeface="Microsoft YaHei"/>
                <a:cs typeface="Arial"/>
              </a:endParaRPr>
            </a:p>
          </p:txBody>
        </p:sp>
        <p:sp>
          <p:nvSpPr>
            <p:cNvPr id="8" name="TextBox 5">
              <a:extLst>
                <a:ext uri="{FF2B5EF4-FFF2-40B4-BE49-F238E27FC236}">
                  <a16:creationId xmlns:a16="http://schemas.microsoft.com/office/drawing/2014/main" id="{799417C9-004C-24AC-30E6-DEFE6B7BDA2B}"/>
                </a:ext>
              </a:extLst>
            </p:cNvPr>
            <p:cNvSpPr txBox="1"/>
            <p:nvPr/>
          </p:nvSpPr>
          <p:spPr>
            <a:xfrm>
              <a:off x="1700212" y="4355306"/>
              <a:ext cx="585097" cy="173124"/>
            </a:xfrm>
            <a:prstGeom prst="rect">
              <a:avLst/>
            </a:prstGeom>
            <a:noFill/>
            <a:ln>
              <a:noFill/>
            </a:ln>
          </p:spPr>
          <p:txBody>
            <a:bodyPr wrap="none" lIns="0" tIns="0" rIns="0" bIns="0" anchor="t" anchorCtr="0">
              <a:spAutoFit/>
            </a:bodyPr>
            <a:lstStyle/>
            <a:p>
              <a:pPr algn="l"/>
              <a:r>
                <a:rPr lang="zh-CN" sz="1125" b="1" dirty="0">
                  <a:solidFill>
                    <a:srgbClr val="E8380D"/>
                  </a:solidFill>
                  <a:latin typeface="Arial"/>
                  <a:ea typeface="Microsoft YaHei"/>
                  <a:cs typeface="Arial"/>
                </a:rPr>
                <a:t>01</a:t>
              </a:r>
              <a:r>
                <a:rPr lang="en-US" altLang="zh-CN" sz="1125" dirty="0">
                  <a:solidFill>
                    <a:srgbClr val="4A5568"/>
                  </a:solidFill>
                  <a:latin typeface="Arial"/>
                  <a:ea typeface="Microsoft YaHei"/>
                  <a:cs typeface="Arial"/>
                </a:rPr>
                <a:t> </a:t>
              </a:r>
              <a:r>
                <a:rPr lang="en-US" altLang="zh-CN" sz="1125" dirty="0" err="1">
                  <a:solidFill>
                    <a:srgbClr val="4A5568"/>
                  </a:solidFill>
                  <a:latin typeface="Arial"/>
                  <a:ea typeface="Microsoft YaHei"/>
                  <a:cs typeface="Arial"/>
                </a:rPr>
                <a:t>blabla</a:t>
              </a:r>
              <a:endParaRPr lang="zh-CN" sz="1125" dirty="0">
                <a:solidFill>
                  <a:srgbClr val="4A5568"/>
                </a:solidFill>
                <a:latin typeface="Arial"/>
                <a:ea typeface="Microsoft YaHei"/>
                <a:cs typeface="Arial"/>
              </a:endParaRPr>
            </a:p>
          </p:txBody>
        </p:sp>
        <p:sp>
          <p:nvSpPr>
            <p:cNvPr id="9" name="TextBox 6">
              <a:extLst>
                <a:ext uri="{FF2B5EF4-FFF2-40B4-BE49-F238E27FC236}">
                  <a16:creationId xmlns:a16="http://schemas.microsoft.com/office/drawing/2014/main" id="{A547B675-1F0A-5E55-314A-0008ACEE0EC5}"/>
                </a:ext>
              </a:extLst>
            </p:cNvPr>
            <p:cNvSpPr txBox="1"/>
            <p:nvPr/>
          </p:nvSpPr>
          <p:spPr>
            <a:xfrm>
              <a:off x="1700212" y="4641056"/>
              <a:ext cx="585097" cy="173124"/>
            </a:xfrm>
            <a:prstGeom prst="rect">
              <a:avLst/>
            </a:prstGeom>
            <a:noFill/>
            <a:ln>
              <a:noFill/>
            </a:ln>
          </p:spPr>
          <p:txBody>
            <a:bodyPr wrap="none" lIns="0" tIns="0" rIns="0" bIns="0" anchor="t" anchorCtr="0">
              <a:spAutoFit/>
            </a:bodyPr>
            <a:lstStyle/>
            <a:p>
              <a:pPr algn="l"/>
              <a:r>
                <a:rPr lang="zh-CN" sz="1125" b="1" dirty="0">
                  <a:solidFill>
                    <a:srgbClr val="E8380D"/>
                  </a:solidFill>
                  <a:latin typeface="Arial"/>
                  <a:ea typeface="Microsoft YaHei"/>
                  <a:cs typeface="Arial"/>
                </a:rPr>
                <a:t>02</a:t>
              </a:r>
              <a:r>
                <a:rPr lang="en-US" altLang="zh-CN" sz="1125" dirty="0">
                  <a:solidFill>
                    <a:srgbClr val="4A5568"/>
                  </a:solidFill>
                  <a:latin typeface="Arial"/>
                  <a:ea typeface="Microsoft YaHei"/>
                  <a:cs typeface="Arial"/>
                </a:rPr>
                <a:t> </a:t>
              </a:r>
              <a:r>
                <a:rPr lang="en-US" altLang="zh-CN" sz="1125" dirty="0" err="1">
                  <a:solidFill>
                    <a:srgbClr val="4A5568"/>
                  </a:solidFill>
                  <a:latin typeface="Arial"/>
                  <a:ea typeface="Microsoft YaHei"/>
                  <a:cs typeface="Arial"/>
                </a:rPr>
                <a:t>blabla</a:t>
              </a:r>
              <a:endParaRPr lang="zh-CN" sz="1125" dirty="0">
                <a:solidFill>
                  <a:srgbClr val="4A5568"/>
                </a:solidFill>
                <a:latin typeface="Arial"/>
                <a:ea typeface="Microsoft YaHei"/>
                <a:cs typeface="Arial"/>
              </a:endParaRPr>
            </a:p>
          </p:txBody>
        </p:sp>
        <p:sp>
          <p:nvSpPr>
            <p:cNvPr id="10" name="TextBox 7">
              <a:extLst>
                <a:ext uri="{FF2B5EF4-FFF2-40B4-BE49-F238E27FC236}">
                  <a16:creationId xmlns:a16="http://schemas.microsoft.com/office/drawing/2014/main" id="{BAA7982A-E1D9-12C2-9C62-7D7E2E32AD82}"/>
                </a:ext>
              </a:extLst>
            </p:cNvPr>
            <p:cNvSpPr txBox="1"/>
            <p:nvPr/>
          </p:nvSpPr>
          <p:spPr>
            <a:xfrm>
              <a:off x="1700212" y="4926806"/>
              <a:ext cx="585097" cy="173124"/>
            </a:xfrm>
            <a:prstGeom prst="rect">
              <a:avLst/>
            </a:prstGeom>
            <a:noFill/>
            <a:ln>
              <a:noFill/>
            </a:ln>
          </p:spPr>
          <p:txBody>
            <a:bodyPr wrap="none" lIns="0" tIns="0" rIns="0" bIns="0" anchor="t" anchorCtr="0">
              <a:spAutoFit/>
            </a:bodyPr>
            <a:lstStyle/>
            <a:p>
              <a:pPr algn="l"/>
              <a:r>
                <a:rPr lang="zh-CN" sz="1125" b="1" dirty="0">
                  <a:solidFill>
                    <a:srgbClr val="E8380D"/>
                  </a:solidFill>
                  <a:latin typeface="Arial"/>
                  <a:ea typeface="Microsoft YaHei"/>
                  <a:cs typeface="Arial"/>
                </a:rPr>
                <a:t>03</a:t>
              </a:r>
              <a:r>
                <a:rPr lang="en-US" altLang="zh-CN" sz="1125" dirty="0">
                  <a:solidFill>
                    <a:srgbClr val="4A5568"/>
                  </a:solidFill>
                  <a:latin typeface="Arial"/>
                  <a:ea typeface="Microsoft YaHei"/>
                  <a:cs typeface="Arial"/>
                </a:rPr>
                <a:t> </a:t>
              </a:r>
              <a:r>
                <a:rPr lang="en-US" altLang="zh-CN" sz="1125" dirty="0" err="1">
                  <a:solidFill>
                    <a:srgbClr val="4A5568"/>
                  </a:solidFill>
                  <a:latin typeface="Arial"/>
                  <a:ea typeface="Microsoft YaHei"/>
                  <a:cs typeface="Arial"/>
                </a:rPr>
                <a:t>blabla</a:t>
              </a:r>
              <a:endParaRPr lang="zh-CN" sz="1125" dirty="0">
                <a:solidFill>
                  <a:srgbClr val="4A5568"/>
                </a:solidFill>
                <a:latin typeface="Arial"/>
                <a:ea typeface="Microsoft YaHei"/>
                <a:cs typeface="Arial"/>
              </a:endParaRPr>
            </a:p>
          </p:txBody>
        </p:sp>
      </p:grpSp>
    </p:spTree>
    <p:extLst>
      <p:ext uri="{BB962C8B-B14F-4D97-AF65-F5344CB8AC3E}">
        <p14:creationId xmlns:p14="http://schemas.microsoft.com/office/powerpoint/2010/main" val="3804833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D2671-1FEC-34D1-9759-452CCBD49DF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38B138DD-9667-5C6A-347D-15C0A01B1E03}"/>
              </a:ext>
            </a:extLst>
          </p:cNvPr>
          <p:cNvSpPr/>
          <p:nvPr/>
        </p:nvSpPr>
        <p:spPr>
          <a:xfrm>
            <a:off x="0" y="0"/>
            <a:ext cx="12192000" cy="6858000"/>
          </a:xfrm>
          <a:prstGeom prst="rect">
            <a:avLst/>
          </a:prstGeom>
          <a:solidFill>
            <a:srgbClr val="FAFBFC"/>
          </a:solidFill>
          <a:ln>
            <a:noFill/>
          </a:ln>
        </p:spPr>
      </p:sp>
      <p:sp>
        <p:nvSpPr>
          <p:cNvPr id="3" name="Ellipse 3">
            <a:extLst>
              <a:ext uri="{FF2B5EF4-FFF2-40B4-BE49-F238E27FC236}">
                <a16:creationId xmlns:a16="http://schemas.microsoft.com/office/drawing/2014/main" id="{B91EA0F8-CF0E-524B-EEB3-476924CA66BC}"/>
              </a:ext>
            </a:extLst>
          </p:cNvPr>
          <p:cNvSpPr/>
          <p:nvPr/>
        </p:nvSpPr>
        <p:spPr>
          <a:xfrm>
            <a:off x="7905750" y="-1809750"/>
            <a:ext cx="6667500" cy="4762500"/>
          </a:xfrm>
          <a:prstGeom prst="ellipse">
            <a:avLst/>
          </a:prstGeom>
          <a:gradFill>
            <a:gsLst>
              <a:gs pos="0">
                <a:srgbClr val="4F81BD">
                  <a:alpha val="3500"/>
                </a:srgbClr>
              </a:gs>
              <a:gs pos="100000">
                <a:srgbClr val="4F81BD">
                  <a:alpha val="0"/>
                </a:srgbClr>
              </a:gs>
            </a:gsLst>
            <a:path path="circle">
              <a:fillToRect l="50000" t="50000" r="50000" b="50000"/>
            </a:path>
          </a:gradFill>
          <a:ln>
            <a:noFill/>
          </a:ln>
        </p:spPr>
      </p:sp>
      <p:sp>
        <p:nvSpPr>
          <p:cNvPr id="4" name="Rectangle 4">
            <a:extLst>
              <a:ext uri="{FF2B5EF4-FFF2-40B4-BE49-F238E27FC236}">
                <a16:creationId xmlns:a16="http://schemas.microsoft.com/office/drawing/2014/main" id="{CDF3E653-1D16-04B8-75DA-DD1A329061AA}"/>
              </a:ext>
            </a:extLst>
          </p:cNvPr>
          <p:cNvSpPr/>
          <p:nvPr/>
        </p:nvSpPr>
        <p:spPr>
          <a:xfrm>
            <a:off x="10287000" y="-95250"/>
            <a:ext cx="1714500" cy="1714500"/>
          </a:xfrm>
          <a:prstGeom prst="rect">
            <a:avLst/>
          </a:prstGeom>
          <a:noFill/>
          <a:ln w="4762">
            <a:solidFill>
              <a:srgbClr val="BDCDE5">
                <a:alpha val="5000"/>
              </a:srgbClr>
            </a:solidFill>
          </a:ln>
        </p:spPr>
      </p:sp>
      <p:sp>
        <p:nvSpPr>
          <p:cNvPr id="5" name="TextBox 5">
            <a:extLst>
              <a:ext uri="{FF2B5EF4-FFF2-40B4-BE49-F238E27FC236}">
                <a16:creationId xmlns:a16="http://schemas.microsoft.com/office/drawing/2014/main" id="{A8B37D28-75D3-D3BB-F216-D78DD8173CBB}"/>
              </a:ext>
            </a:extLst>
          </p:cNvPr>
          <p:cNvSpPr txBox="1"/>
          <p:nvPr/>
        </p:nvSpPr>
        <p:spPr>
          <a:xfrm>
            <a:off x="352425" y="347662"/>
            <a:ext cx="4328108" cy="34624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250" b="1" i="0" u="none" strike="noStrike" kern="1200" cap="none" spc="0" normalizeH="0" baseline="0" noProof="0" dirty="0">
                <a:ln>
                  <a:noFill/>
                </a:ln>
                <a:solidFill>
                  <a:srgbClr val="4472A9"/>
                </a:solidFill>
                <a:effectLst/>
                <a:uLnTx/>
                <a:uFillTx/>
                <a:latin typeface="Arial"/>
                <a:ea typeface="Microsoft YaHei"/>
                <a:cs typeface="Arial"/>
              </a:rPr>
              <a:t>公募基金：成长价值风格轮动总览</a:t>
            </a:r>
          </a:p>
        </p:txBody>
      </p:sp>
      <p:pic>
        <p:nvPicPr>
          <p:cNvPr id="6" name="Image 6">
            <a:extLst>
              <a:ext uri="{FF2B5EF4-FFF2-40B4-BE49-F238E27FC236}">
                <a16:creationId xmlns:a16="http://schemas.microsoft.com/office/drawing/2014/main" id="{BA5EBBB0-5299-E52B-D304-55CD1295E0FA}"/>
              </a:ext>
            </a:extLst>
          </p:cNvPr>
          <p:cNvPicPr>
            <a:picLocks noChangeAspect="1"/>
          </p:cNvPicPr>
          <p:nvPr/>
        </p:nvPicPr>
        <p:blipFill>
          <a:blip r:embed="rId2"/>
          <a:stretch>
            <a:fillRect/>
          </a:stretch>
        </p:blipFill>
        <p:spPr>
          <a:xfrm>
            <a:off x="10401300" y="342900"/>
            <a:ext cx="1103948" cy="285750"/>
          </a:xfrm>
          <a:prstGeom prst="rect">
            <a:avLst/>
          </a:prstGeom>
        </p:spPr>
      </p:pic>
      <p:sp>
        <p:nvSpPr>
          <p:cNvPr id="7" name="Rectangle 7">
            <a:extLst>
              <a:ext uri="{FF2B5EF4-FFF2-40B4-BE49-F238E27FC236}">
                <a16:creationId xmlns:a16="http://schemas.microsoft.com/office/drawing/2014/main" id="{462B0F9C-A433-1FED-D194-E52EF2EF692C}"/>
              </a:ext>
            </a:extLst>
          </p:cNvPr>
          <p:cNvSpPr/>
          <p:nvPr/>
        </p:nvSpPr>
        <p:spPr>
          <a:xfrm>
            <a:off x="381000" y="723900"/>
            <a:ext cx="9096375" cy="47625"/>
          </a:xfrm>
          <a:prstGeom prst="rect">
            <a:avLst/>
          </a:prstGeom>
          <a:solidFill>
            <a:srgbClr val="4472A9"/>
          </a:solidFill>
          <a:ln>
            <a:noFill/>
          </a:ln>
        </p:spPr>
      </p:sp>
      <p:sp>
        <p:nvSpPr>
          <p:cNvPr id="8" name="Rectangle 8">
            <a:extLst>
              <a:ext uri="{FF2B5EF4-FFF2-40B4-BE49-F238E27FC236}">
                <a16:creationId xmlns:a16="http://schemas.microsoft.com/office/drawing/2014/main" id="{0FF1C1ED-92D0-61DA-15B8-70B55EEBA8D5}"/>
              </a:ext>
            </a:extLst>
          </p:cNvPr>
          <p:cNvSpPr/>
          <p:nvPr/>
        </p:nvSpPr>
        <p:spPr>
          <a:xfrm>
            <a:off x="9572625" y="723900"/>
            <a:ext cx="2238375" cy="47625"/>
          </a:xfrm>
          <a:prstGeom prst="rect">
            <a:avLst/>
          </a:prstGeom>
          <a:solidFill>
            <a:srgbClr val="E8380D"/>
          </a:solidFill>
          <a:ln>
            <a:noFill/>
          </a:ln>
        </p:spPr>
      </p:sp>
      <p:sp>
        <p:nvSpPr>
          <p:cNvPr id="76" name="Line 76">
            <a:extLst>
              <a:ext uri="{FF2B5EF4-FFF2-40B4-BE49-F238E27FC236}">
                <a16:creationId xmlns:a16="http://schemas.microsoft.com/office/drawing/2014/main" id="{5825DE37-C2A9-E87C-FFC5-8FB3066599F9}"/>
              </a:ext>
            </a:extLst>
          </p:cNvPr>
          <p:cNvSpPr/>
          <p:nvPr/>
        </p:nvSpPr>
        <p:spPr>
          <a:xfrm>
            <a:off x="381000" y="6629400"/>
            <a:ext cx="11430000" cy="9525"/>
          </a:xfrm>
          <a:custGeom>
            <a:avLst/>
            <a:gdLst/>
            <a:ahLst/>
            <a:cxnLst/>
            <a:rect l="l" t="t" r="r" b="b"/>
            <a:pathLst>
              <a:path w="11430000" h="9525">
                <a:moveTo>
                  <a:pt x="0" y="0"/>
                </a:moveTo>
                <a:lnTo>
                  <a:pt x="11430000" y="0"/>
                </a:lnTo>
              </a:path>
            </a:pathLst>
          </a:custGeom>
          <a:noFill/>
          <a:ln w="4762">
            <a:solidFill>
              <a:srgbClr val="BDCDE5">
                <a:alpha val="12000"/>
              </a:srgbClr>
            </a:solidFill>
          </a:ln>
        </p:spPr>
      </p:sp>
      <p:sp>
        <p:nvSpPr>
          <p:cNvPr id="77" name="TextBox 77">
            <a:extLst>
              <a:ext uri="{FF2B5EF4-FFF2-40B4-BE49-F238E27FC236}">
                <a16:creationId xmlns:a16="http://schemas.microsoft.com/office/drawing/2014/main" id="{B76D72E5-1BAA-8B7A-DECB-F48799776D60}"/>
              </a:ext>
            </a:extLst>
          </p:cNvPr>
          <p:cNvSpPr txBox="1"/>
          <p:nvPr/>
        </p:nvSpPr>
        <p:spPr>
          <a:xfrm>
            <a:off x="11860625" y="6503670"/>
            <a:ext cx="95155" cy="18288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B0B0B0"/>
                </a:solidFill>
                <a:effectLst/>
                <a:uLnTx/>
                <a:uFillTx/>
                <a:latin typeface="Arial"/>
                <a:ea typeface="Microsoft YaHei"/>
                <a:cs typeface="Arial"/>
              </a:rPr>
              <a:t>4</a:t>
            </a:r>
          </a:p>
        </p:txBody>
      </p:sp>
      <p:pic>
        <p:nvPicPr>
          <p:cNvPr id="12" name="图片 11">
            <a:extLst>
              <a:ext uri="{FF2B5EF4-FFF2-40B4-BE49-F238E27FC236}">
                <a16:creationId xmlns:a16="http://schemas.microsoft.com/office/drawing/2014/main" id="{5081F55A-F191-AFC8-65F5-F1851C8C9F57}"/>
              </a:ext>
            </a:extLst>
          </p:cNvPr>
          <p:cNvPicPr>
            <a:picLocks noChangeAspect="1"/>
          </p:cNvPicPr>
          <p:nvPr/>
        </p:nvPicPr>
        <p:blipFill>
          <a:blip r:embed="rId3"/>
          <a:stretch>
            <a:fillRect/>
          </a:stretch>
        </p:blipFill>
        <p:spPr>
          <a:xfrm>
            <a:off x="6213581" y="3429000"/>
            <a:ext cx="5400000" cy="2925000"/>
          </a:xfrm>
          <a:prstGeom prst="rect">
            <a:avLst/>
          </a:prstGeom>
        </p:spPr>
      </p:pic>
      <p:pic>
        <p:nvPicPr>
          <p:cNvPr id="14" name="图片 13">
            <a:extLst>
              <a:ext uri="{FF2B5EF4-FFF2-40B4-BE49-F238E27FC236}">
                <a16:creationId xmlns:a16="http://schemas.microsoft.com/office/drawing/2014/main" id="{451DBBBF-2B6B-C0DD-2CAB-363D6837EE4B}"/>
              </a:ext>
            </a:extLst>
          </p:cNvPr>
          <p:cNvPicPr>
            <a:picLocks noChangeAspect="1"/>
          </p:cNvPicPr>
          <p:nvPr/>
        </p:nvPicPr>
        <p:blipFill>
          <a:blip r:embed="rId4"/>
          <a:stretch>
            <a:fillRect/>
          </a:stretch>
        </p:blipFill>
        <p:spPr>
          <a:xfrm>
            <a:off x="242358" y="3429000"/>
            <a:ext cx="5400000" cy="2925000"/>
          </a:xfrm>
          <a:prstGeom prst="rect">
            <a:avLst/>
          </a:prstGeom>
        </p:spPr>
      </p:pic>
      <p:sp>
        <p:nvSpPr>
          <p:cNvPr id="15" name="Freeform 9">
            <a:extLst>
              <a:ext uri="{FF2B5EF4-FFF2-40B4-BE49-F238E27FC236}">
                <a16:creationId xmlns:a16="http://schemas.microsoft.com/office/drawing/2014/main" id="{E480816B-18F7-3450-E6CE-A96B4BD3847A}"/>
              </a:ext>
            </a:extLst>
          </p:cNvPr>
          <p:cNvSpPr/>
          <p:nvPr/>
        </p:nvSpPr>
        <p:spPr>
          <a:xfrm>
            <a:off x="381000" y="1028699"/>
            <a:ext cx="4762500" cy="1650705"/>
          </a:xfrm>
          <a:custGeom>
            <a:avLst/>
            <a:gdLst/>
            <a:ahLst/>
            <a:cxnLst/>
            <a:rect l="l" t="t" r="r" b="b"/>
            <a:pathLst>
              <a:path w="4762500" h="1428750">
                <a:moveTo>
                  <a:pt x="76200" y="0"/>
                </a:moveTo>
                <a:lnTo>
                  <a:pt x="4686300" y="0"/>
                </a:lnTo>
                <a:cubicBezTo>
                  <a:pt x="4728384" y="0"/>
                  <a:pt x="4762500" y="34116"/>
                  <a:pt x="4762500" y="76200"/>
                </a:cubicBezTo>
                <a:lnTo>
                  <a:pt x="4762500" y="1352550"/>
                </a:lnTo>
                <a:cubicBezTo>
                  <a:pt x="4762500" y="1394634"/>
                  <a:pt x="4728384" y="1428750"/>
                  <a:pt x="4686300" y="1428750"/>
                </a:cubicBezTo>
                <a:lnTo>
                  <a:pt x="76200" y="1428750"/>
                </a:lnTo>
                <a:cubicBezTo>
                  <a:pt x="34116" y="1428750"/>
                  <a:pt x="0" y="1394634"/>
                  <a:pt x="0" y="1352550"/>
                </a:cubicBezTo>
                <a:lnTo>
                  <a:pt x="0" y="76200"/>
                </a:lnTo>
                <a:cubicBezTo>
                  <a:pt x="0" y="34116"/>
                  <a:pt x="34116" y="0"/>
                  <a:pt x="76200" y="0"/>
                </a:cubicBezTo>
                <a:close/>
              </a:path>
            </a:pathLst>
          </a:custGeom>
          <a:solidFill>
            <a:srgbClr val="EDF2F8"/>
          </a:solidFill>
          <a:ln>
            <a:noFill/>
          </a:ln>
        </p:spPr>
        <p:txBody>
          <a:bodyPr/>
          <a:lstStyle/>
          <a:p>
            <a:endParaRPr lang="zh-CN" altLang="en-US" dirty="0"/>
          </a:p>
        </p:txBody>
      </p:sp>
      <p:sp>
        <p:nvSpPr>
          <p:cNvPr id="16" name="Freeform 10">
            <a:extLst>
              <a:ext uri="{FF2B5EF4-FFF2-40B4-BE49-F238E27FC236}">
                <a16:creationId xmlns:a16="http://schemas.microsoft.com/office/drawing/2014/main" id="{E0768BC4-F676-700A-15EE-ABDBAEBF4859}"/>
              </a:ext>
            </a:extLst>
          </p:cNvPr>
          <p:cNvSpPr/>
          <p:nvPr/>
        </p:nvSpPr>
        <p:spPr>
          <a:xfrm>
            <a:off x="380999" y="1028700"/>
            <a:ext cx="45719" cy="1650704"/>
          </a:xfrm>
          <a:custGeom>
            <a:avLst/>
            <a:gdLst/>
            <a:ahLst/>
            <a:cxnLst/>
            <a:rect l="l" t="t" r="r" b="b"/>
            <a:pathLst>
              <a:path w="38100" h="1428750">
                <a:moveTo>
                  <a:pt x="19050" y="0"/>
                </a:moveTo>
                <a:lnTo>
                  <a:pt x="19050" y="0"/>
                </a:lnTo>
                <a:cubicBezTo>
                  <a:pt x="29571" y="0"/>
                  <a:pt x="38100" y="8529"/>
                  <a:pt x="38100" y="19050"/>
                </a:cubicBezTo>
                <a:lnTo>
                  <a:pt x="38100" y="1409700"/>
                </a:lnTo>
                <a:cubicBezTo>
                  <a:pt x="38100" y="1420221"/>
                  <a:pt x="29571" y="1428750"/>
                  <a:pt x="19050" y="1428750"/>
                </a:cubicBezTo>
                <a:lnTo>
                  <a:pt x="19050" y="1428750"/>
                </a:lnTo>
                <a:cubicBezTo>
                  <a:pt x="8529" y="1428750"/>
                  <a:pt x="0" y="1420221"/>
                  <a:pt x="0" y="1409700"/>
                </a:cubicBezTo>
                <a:lnTo>
                  <a:pt x="0" y="19050"/>
                </a:lnTo>
                <a:cubicBezTo>
                  <a:pt x="0" y="8529"/>
                  <a:pt x="8529" y="0"/>
                  <a:pt x="19050" y="0"/>
                </a:cubicBezTo>
                <a:close/>
              </a:path>
            </a:pathLst>
          </a:custGeom>
          <a:solidFill>
            <a:srgbClr val="4472A9"/>
          </a:solidFill>
          <a:ln>
            <a:noFill/>
          </a:ln>
        </p:spPr>
      </p:sp>
      <p:sp>
        <p:nvSpPr>
          <p:cNvPr id="17" name="TextBox 11">
            <a:extLst>
              <a:ext uri="{FF2B5EF4-FFF2-40B4-BE49-F238E27FC236}">
                <a16:creationId xmlns:a16="http://schemas.microsoft.com/office/drawing/2014/main" id="{59638575-5E31-4458-F45F-433D4F211412}"/>
              </a:ext>
            </a:extLst>
          </p:cNvPr>
          <p:cNvSpPr txBox="1"/>
          <p:nvPr/>
        </p:nvSpPr>
        <p:spPr>
          <a:xfrm>
            <a:off x="590550" y="1190625"/>
            <a:ext cx="2500685" cy="230832"/>
          </a:xfrm>
          <a:prstGeom prst="rect">
            <a:avLst/>
          </a:prstGeom>
          <a:noFill/>
          <a:ln>
            <a:noFill/>
          </a:ln>
        </p:spPr>
        <p:txBody>
          <a:bodyPr wrap="none" lIns="0" tIns="0" rIns="0" bIns="0" anchor="t" anchorCtr="0">
            <a:spAutoFit/>
          </a:bodyPr>
          <a:lstStyle/>
          <a:p>
            <a:pPr algn="l"/>
            <a:r>
              <a:rPr lang="zh-CN" altLang="en-US" sz="1500" b="1" dirty="0">
                <a:solidFill>
                  <a:srgbClr val="2C3E50"/>
                </a:solidFill>
                <a:latin typeface="Arial"/>
                <a:ea typeface="Microsoft YaHei"/>
                <a:cs typeface="Arial"/>
              </a:rPr>
              <a:t>成长</a:t>
            </a:r>
            <a:r>
              <a:rPr lang="en-US" altLang="zh-CN" sz="1500" b="1" dirty="0">
                <a:solidFill>
                  <a:srgbClr val="2C3E50"/>
                </a:solidFill>
                <a:latin typeface="Arial"/>
                <a:ea typeface="Microsoft YaHei"/>
                <a:cs typeface="Arial"/>
              </a:rPr>
              <a:t>—</a:t>
            </a:r>
            <a:r>
              <a:rPr lang="zh-CN" altLang="en-US" sz="1500" b="1" dirty="0">
                <a:solidFill>
                  <a:srgbClr val="2C3E50"/>
                </a:solidFill>
                <a:latin typeface="Arial"/>
                <a:ea typeface="Microsoft YaHei"/>
                <a:cs typeface="Arial"/>
              </a:rPr>
              <a:t>价值风格轮动识别框架</a:t>
            </a:r>
            <a:endParaRPr lang="zh-CN" sz="1500" b="1" dirty="0">
              <a:solidFill>
                <a:srgbClr val="2C3E50"/>
              </a:solidFill>
              <a:latin typeface="Arial"/>
              <a:ea typeface="Microsoft YaHei"/>
              <a:cs typeface="Arial"/>
            </a:endParaRPr>
          </a:p>
        </p:txBody>
      </p:sp>
      <p:sp>
        <p:nvSpPr>
          <p:cNvPr id="18" name="TextBox 12">
            <a:extLst>
              <a:ext uri="{FF2B5EF4-FFF2-40B4-BE49-F238E27FC236}">
                <a16:creationId xmlns:a16="http://schemas.microsoft.com/office/drawing/2014/main" id="{D9BE1746-8D62-72E5-EBB3-2D96BB70E3C5}"/>
              </a:ext>
            </a:extLst>
          </p:cNvPr>
          <p:cNvSpPr txBox="1"/>
          <p:nvPr/>
        </p:nvSpPr>
        <p:spPr>
          <a:xfrm>
            <a:off x="595312" y="1516856"/>
            <a:ext cx="3486532" cy="173124"/>
          </a:xfrm>
          <a:prstGeom prst="rect">
            <a:avLst/>
          </a:prstGeom>
          <a:noFill/>
          <a:ln>
            <a:noFill/>
          </a:ln>
        </p:spPr>
        <p:txBody>
          <a:bodyPr wrap="none" lIns="0" tIns="0" rIns="0" bIns="0" anchor="t" anchorCtr="0">
            <a:spAutoFit/>
          </a:bodyPr>
          <a:lstStyle/>
          <a:p>
            <a:pPr algn="l"/>
            <a:r>
              <a:rPr lang="zh-CN" altLang="en-US" sz="1125" dirty="0">
                <a:solidFill>
                  <a:srgbClr val="4A5568"/>
                </a:solidFill>
                <a:latin typeface="Arial"/>
                <a:ea typeface="Microsoft YaHei"/>
                <a:cs typeface="Arial"/>
              </a:rPr>
              <a:t>基准因子：国证成长、国证价值、</a:t>
            </a:r>
            <a:r>
              <a:rPr lang="en-US" altLang="zh-CN" sz="1125" dirty="0">
                <a:solidFill>
                  <a:srgbClr val="4A5568"/>
                </a:solidFill>
                <a:latin typeface="Arial"/>
                <a:ea typeface="Microsoft YaHei"/>
                <a:cs typeface="Arial"/>
              </a:rPr>
              <a:t>GC007</a:t>
            </a:r>
            <a:r>
              <a:rPr lang="zh-CN" altLang="en-US" sz="1125" dirty="0">
                <a:solidFill>
                  <a:srgbClr val="4A5568"/>
                </a:solidFill>
                <a:latin typeface="Arial"/>
                <a:ea typeface="Microsoft YaHei"/>
                <a:cs typeface="Arial"/>
              </a:rPr>
              <a:t>（现金因子）</a:t>
            </a:r>
            <a:endParaRPr lang="en-US" altLang="zh-CN" sz="1125" dirty="0">
              <a:solidFill>
                <a:srgbClr val="4A5568"/>
              </a:solidFill>
              <a:latin typeface="Arial"/>
              <a:ea typeface="Microsoft YaHei"/>
              <a:cs typeface="Arial"/>
            </a:endParaRPr>
          </a:p>
        </p:txBody>
      </p:sp>
      <p:sp>
        <p:nvSpPr>
          <p:cNvPr id="19" name="TextBox 13">
            <a:extLst>
              <a:ext uri="{FF2B5EF4-FFF2-40B4-BE49-F238E27FC236}">
                <a16:creationId xmlns:a16="http://schemas.microsoft.com/office/drawing/2014/main" id="{2D33E547-3AC2-C33C-B88A-B930F7716112}"/>
              </a:ext>
            </a:extLst>
          </p:cNvPr>
          <p:cNvSpPr txBox="1"/>
          <p:nvPr/>
        </p:nvSpPr>
        <p:spPr>
          <a:xfrm>
            <a:off x="595312" y="1745456"/>
            <a:ext cx="1995739" cy="173124"/>
          </a:xfrm>
          <a:prstGeom prst="rect">
            <a:avLst/>
          </a:prstGeom>
          <a:noFill/>
          <a:ln>
            <a:noFill/>
          </a:ln>
        </p:spPr>
        <p:txBody>
          <a:bodyPr wrap="none" lIns="0" tIns="0" rIns="0" bIns="0" anchor="t" anchorCtr="0">
            <a:spAutoFit/>
          </a:bodyPr>
          <a:lstStyle/>
          <a:p>
            <a:pPr algn="l"/>
            <a:r>
              <a:rPr lang="zh-CN" altLang="en-US" sz="1125" dirty="0">
                <a:solidFill>
                  <a:srgbClr val="4A5568"/>
                </a:solidFill>
                <a:latin typeface="Arial"/>
                <a:ea typeface="Microsoft YaHei"/>
                <a:cs typeface="Arial"/>
              </a:rPr>
              <a:t>参数设置：</a:t>
            </a:r>
            <a:r>
              <a:rPr lang="en-US" altLang="zh-CN" sz="1125" dirty="0">
                <a:solidFill>
                  <a:srgbClr val="4A5568"/>
                </a:solidFill>
                <a:latin typeface="Arial"/>
                <a:ea typeface="Microsoft YaHei"/>
                <a:cs typeface="Arial"/>
              </a:rPr>
              <a:t>52</a:t>
            </a:r>
            <a:r>
              <a:rPr lang="zh-CN" altLang="en-US" sz="1125" dirty="0">
                <a:solidFill>
                  <a:srgbClr val="4A5568"/>
                </a:solidFill>
                <a:latin typeface="Arial"/>
                <a:ea typeface="Microsoft YaHei"/>
                <a:cs typeface="Arial"/>
              </a:rPr>
              <a:t>周滚动</a:t>
            </a:r>
            <a:r>
              <a:rPr lang="en-US" altLang="zh-CN" sz="1125" dirty="0">
                <a:solidFill>
                  <a:srgbClr val="4A5568"/>
                </a:solidFill>
                <a:latin typeface="Arial"/>
                <a:ea typeface="Microsoft YaHei"/>
                <a:cs typeface="Arial"/>
              </a:rPr>
              <a:t>RBSA</a:t>
            </a:r>
            <a:r>
              <a:rPr lang="zh-CN" altLang="en-US" sz="1125" dirty="0">
                <a:solidFill>
                  <a:srgbClr val="4A5568"/>
                </a:solidFill>
                <a:latin typeface="Arial"/>
                <a:ea typeface="Microsoft YaHei"/>
                <a:cs typeface="Arial"/>
              </a:rPr>
              <a:t>分解</a:t>
            </a:r>
            <a:endParaRPr lang="zh-CN" sz="1125" dirty="0">
              <a:solidFill>
                <a:srgbClr val="4A5568"/>
              </a:solidFill>
              <a:latin typeface="Arial"/>
              <a:ea typeface="Microsoft YaHei"/>
              <a:cs typeface="Arial"/>
            </a:endParaRPr>
          </a:p>
        </p:txBody>
      </p:sp>
      <p:sp>
        <p:nvSpPr>
          <p:cNvPr id="21" name="TextBox 13">
            <a:extLst>
              <a:ext uri="{FF2B5EF4-FFF2-40B4-BE49-F238E27FC236}">
                <a16:creationId xmlns:a16="http://schemas.microsoft.com/office/drawing/2014/main" id="{05CFD618-D1C9-F30A-61BB-9FC87AB48404}"/>
              </a:ext>
            </a:extLst>
          </p:cNvPr>
          <p:cNvSpPr txBox="1"/>
          <p:nvPr/>
        </p:nvSpPr>
        <p:spPr>
          <a:xfrm>
            <a:off x="590550" y="2242337"/>
            <a:ext cx="3542636" cy="173124"/>
          </a:xfrm>
          <a:prstGeom prst="rect">
            <a:avLst/>
          </a:prstGeom>
          <a:noFill/>
          <a:ln>
            <a:noFill/>
          </a:ln>
        </p:spPr>
        <p:txBody>
          <a:bodyPr wrap="none" lIns="0" tIns="0" rIns="0" bIns="0" anchor="t" anchorCtr="0">
            <a:spAutoFit/>
          </a:bodyPr>
          <a:lstStyle/>
          <a:p>
            <a:pPr algn="l"/>
            <a:r>
              <a:rPr lang="zh-CN" altLang="en-US" sz="1125" dirty="0">
                <a:solidFill>
                  <a:srgbClr val="4A5568"/>
                </a:solidFill>
                <a:latin typeface="Arial"/>
                <a:ea typeface="Microsoft YaHei"/>
                <a:cs typeface="Arial"/>
              </a:rPr>
              <a:t>判断风格正误：未来</a:t>
            </a:r>
            <a:r>
              <a:rPr lang="en-US" altLang="zh-CN" sz="1125" dirty="0">
                <a:solidFill>
                  <a:srgbClr val="4A5568"/>
                </a:solidFill>
                <a:latin typeface="Arial"/>
                <a:ea typeface="Microsoft YaHei"/>
                <a:cs typeface="Arial"/>
              </a:rPr>
              <a:t>4</a:t>
            </a:r>
            <a:r>
              <a:rPr lang="zh-CN" altLang="en-US" sz="1125" dirty="0">
                <a:solidFill>
                  <a:srgbClr val="4A5568"/>
                </a:solidFill>
                <a:latin typeface="Arial"/>
                <a:ea typeface="Microsoft YaHei"/>
                <a:cs typeface="Arial"/>
              </a:rPr>
              <a:t>周成长指数与价值指数的相对表现</a:t>
            </a:r>
            <a:endParaRPr lang="zh-CN" sz="1125" dirty="0">
              <a:solidFill>
                <a:srgbClr val="4A5568"/>
              </a:solidFill>
              <a:latin typeface="Arial"/>
              <a:ea typeface="Microsoft YaHei"/>
              <a:cs typeface="Arial"/>
            </a:endParaRPr>
          </a:p>
        </p:txBody>
      </p:sp>
      <p:sp>
        <p:nvSpPr>
          <p:cNvPr id="22" name="TextBox 13">
            <a:extLst>
              <a:ext uri="{FF2B5EF4-FFF2-40B4-BE49-F238E27FC236}">
                <a16:creationId xmlns:a16="http://schemas.microsoft.com/office/drawing/2014/main" id="{8564E4B9-308C-400E-482F-D9799F09AFFD}"/>
              </a:ext>
            </a:extLst>
          </p:cNvPr>
          <p:cNvSpPr txBox="1"/>
          <p:nvPr/>
        </p:nvSpPr>
        <p:spPr>
          <a:xfrm>
            <a:off x="595312" y="1973735"/>
            <a:ext cx="1995739" cy="173124"/>
          </a:xfrm>
          <a:prstGeom prst="rect">
            <a:avLst/>
          </a:prstGeom>
          <a:noFill/>
          <a:ln>
            <a:noFill/>
          </a:ln>
        </p:spPr>
        <p:txBody>
          <a:bodyPr wrap="none" lIns="0" tIns="0" rIns="0" bIns="0" anchor="t" anchorCtr="0">
            <a:spAutoFit/>
          </a:bodyPr>
          <a:lstStyle/>
          <a:p>
            <a:pPr algn="l"/>
            <a:r>
              <a:rPr lang="zh-CN" altLang="en-US" sz="1125" dirty="0">
                <a:solidFill>
                  <a:srgbClr val="4A5568"/>
                </a:solidFill>
                <a:latin typeface="Arial"/>
                <a:ea typeface="Microsoft YaHei"/>
                <a:cs typeface="Arial"/>
              </a:rPr>
              <a:t>参数设置：</a:t>
            </a:r>
            <a:r>
              <a:rPr lang="en-US" altLang="zh-CN" sz="1125" dirty="0">
                <a:solidFill>
                  <a:srgbClr val="4A5568"/>
                </a:solidFill>
                <a:latin typeface="Arial"/>
                <a:ea typeface="Microsoft YaHei"/>
                <a:cs typeface="Arial"/>
              </a:rPr>
              <a:t>52</a:t>
            </a:r>
            <a:r>
              <a:rPr lang="zh-CN" altLang="en-US" sz="1125" dirty="0">
                <a:solidFill>
                  <a:srgbClr val="4A5568"/>
                </a:solidFill>
                <a:latin typeface="Arial"/>
                <a:ea typeface="Microsoft YaHei"/>
                <a:cs typeface="Arial"/>
              </a:rPr>
              <a:t>周滚动</a:t>
            </a:r>
            <a:r>
              <a:rPr lang="en-US" altLang="zh-CN" sz="1125" dirty="0">
                <a:solidFill>
                  <a:srgbClr val="4A5568"/>
                </a:solidFill>
                <a:latin typeface="Arial"/>
                <a:ea typeface="Microsoft YaHei"/>
                <a:cs typeface="Arial"/>
              </a:rPr>
              <a:t>RBSA</a:t>
            </a:r>
            <a:r>
              <a:rPr lang="zh-CN" altLang="en-US" sz="1125" dirty="0">
                <a:solidFill>
                  <a:srgbClr val="4A5568"/>
                </a:solidFill>
                <a:latin typeface="Arial"/>
                <a:ea typeface="Microsoft YaHei"/>
                <a:cs typeface="Arial"/>
              </a:rPr>
              <a:t>分解</a:t>
            </a:r>
            <a:endParaRPr lang="zh-CN" sz="1125" dirty="0">
              <a:solidFill>
                <a:srgbClr val="4A5568"/>
              </a:solidFill>
              <a:latin typeface="Arial"/>
              <a:ea typeface="Microsoft YaHei"/>
              <a:cs typeface="Arial"/>
            </a:endParaRPr>
          </a:p>
        </p:txBody>
      </p:sp>
    </p:spTree>
    <p:extLst>
      <p:ext uri="{BB962C8B-B14F-4D97-AF65-F5344CB8AC3E}">
        <p14:creationId xmlns:p14="http://schemas.microsoft.com/office/powerpoint/2010/main" val="1494938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26FD7-890A-4DF0-B481-8D2FB69403D4}"/>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EEAFB38-15C2-F1C3-E720-06AB5611163F}"/>
              </a:ext>
            </a:extLst>
          </p:cNvPr>
          <p:cNvSpPr/>
          <p:nvPr/>
        </p:nvSpPr>
        <p:spPr>
          <a:xfrm>
            <a:off x="0" y="0"/>
            <a:ext cx="12192000" cy="6858000"/>
          </a:xfrm>
          <a:prstGeom prst="rect">
            <a:avLst/>
          </a:prstGeom>
          <a:solidFill>
            <a:srgbClr val="FAFBFC"/>
          </a:solidFill>
          <a:ln>
            <a:noFill/>
          </a:ln>
        </p:spPr>
      </p:sp>
      <p:sp>
        <p:nvSpPr>
          <p:cNvPr id="3" name="Ellipse 3">
            <a:extLst>
              <a:ext uri="{FF2B5EF4-FFF2-40B4-BE49-F238E27FC236}">
                <a16:creationId xmlns:a16="http://schemas.microsoft.com/office/drawing/2014/main" id="{41724465-0AE9-2D73-5D8D-0B5815AE5E6B}"/>
              </a:ext>
            </a:extLst>
          </p:cNvPr>
          <p:cNvSpPr/>
          <p:nvPr/>
        </p:nvSpPr>
        <p:spPr>
          <a:xfrm>
            <a:off x="7905750" y="-1809750"/>
            <a:ext cx="6667500" cy="4762500"/>
          </a:xfrm>
          <a:prstGeom prst="ellipse">
            <a:avLst/>
          </a:prstGeom>
          <a:gradFill>
            <a:gsLst>
              <a:gs pos="0">
                <a:srgbClr val="4F81BD">
                  <a:alpha val="3500"/>
                </a:srgbClr>
              </a:gs>
              <a:gs pos="100000">
                <a:srgbClr val="4F81BD">
                  <a:alpha val="0"/>
                </a:srgbClr>
              </a:gs>
            </a:gsLst>
            <a:path path="circle">
              <a:fillToRect l="50000" t="50000" r="50000" b="50000"/>
            </a:path>
          </a:gradFill>
          <a:ln>
            <a:noFill/>
          </a:ln>
        </p:spPr>
      </p:sp>
      <p:sp>
        <p:nvSpPr>
          <p:cNvPr id="4" name="Rectangle 4">
            <a:extLst>
              <a:ext uri="{FF2B5EF4-FFF2-40B4-BE49-F238E27FC236}">
                <a16:creationId xmlns:a16="http://schemas.microsoft.com/office/drawing/2014/main" id="{C589799A-F232-411C-7635-58E8218BDED9}"/>
              </a:ext>
            </a:extLst>
          </p:cNvPr>
          <p:cNvSpPr/>
          <p:nvPr/>
        </p:nvSpPr>
        <p:spPr>
          <a:xfrm>
            <a:off x="10287000" y="-95250"/>
            <a:ext cx="1714500" cy="1714500"/>
          </a:xfrm>
          <a:prstGeom prst="rect">
            <a:avLst/>
          </a:prstGeom>
          <a:noFill/>
          <a:ln w="4762">
            <a:solidFill>
              <a:srgbClr val="BDCDE5">
                <a:alpha val="5000"/>
              </a:srgbClr>
            </a:solidFill>
          </a:ln>
        </p:spPr>
      </p:sp>
      <p:sp>
        <p:nvSpPr>
          <p:cNvPr id="5" name="TextBox 5">
            <a:extLst>
              <a:ext uri="{FF2B5EF4-FFF2-40B4-BE49-F238E27FC236}">
                <a16:creationId xmlns:a16="http://schemas.microsoft.com/office/drawing/2014/main" id="{0E9321B7-94F8-BAE5-C4AD-200537C2F2DB}"/>
              </a:ext>
            </a:extLst>
          </p:cNvPr>
          <p:cNvSpPr txBox="1"/>
          <p:nvPr/>
        </p:nvSpPr>
        <p:spPr>
          <a:xfrm>
            <a:off x="352425" y="347662"/>
            <a:ext cx="4328108" cy="346249"/>
          </a:xfrm>
          <a:prstGeom prst="rect">
            <a:avLst/>
          </a:prstGeom>
          <a:noFill/>
          <a:ln>
            <a:noFill/>
          </a:ln>
        </p:spPr>
        <p:txBody>
          <a:bodyPr wrap="none" lIns="0" tIns="0" rIns="0" bIns="0" anchor="t" anchorCtr="0">
            <a:spAutoFit/>
          </a:bodyPr>
          <a:lstStyle/>
          <a:p>
            <a:pPr algn="l"/>
            <a:r>
              <a:rPr lang="zh-CN" altLang="en-US" sz="2250" b="1" dirty="0">
                <a:solidFill>
                  <a:srgbClr val="4472A9"/>
                </a:solidFill>
                <a:latin typeface="Arial"/>
                <a:ea typeface="Microsoft YaHei"/>
                <a:cs typeface="Arial"/>
              </a:rPr>
              <a:t>公募基金：成长价值风格轮动总览</a:t>
            </a:r>
            <a:endParaRPr lang="zh-CN" sz="2250" b="1" dirty="0">
              <a:solidFill>
                <a:srgbClr val="4472A9"/>
              </a:solidFill>
              <a:latin typeface="Arial"/>
              <a:ea typeface="Microsoft YaHei"/>
              <a:cs typeface="Arial"/>
            </a:endParaRPr>
          </a:p>
        </p:txBody>
      </p:sp>
      <p:pic>
        <p:nvPicPr>
          <p:cNvPr id="6" name="Image 6">
            <a:extLst>
              <a:ext uri="{FF2B5EF4-FFF2-40B4-BE49-F238E27FC236}">
                <a16:creationId xmlns:a16="http://schemas.microsoft.com/office/drawing/2014/main" id="{42F3C09C-0004-36BF-4993-A18D4963CAA8}"/>
              </a:ext>
            </a:extLst>
          </p:cNvPr>
          <p:cNvPicPr>
            <a:picLocks noChangeAspect="1"/>
          </p:cNvPicPr>
          <p:nvPr/>
        </p:nvPicPr>
        <p:blipFill>
          <a:blip r:embed="rId2"/>
          <a:stretch>
            <a:fillRect/>
          </a:stretch>
        </p:blipFill>
        <p:spPr>
          <a:xfrm>
            <a:off x="10401300" y="342900"/>
            <a:ext cx="1103948" cy="285750"/>
          </a:xfrm>
          <a:prstGeom prst="rect">
            <a:avLst/>
          </a:prstGeom>
        </p:spPr>
      </p:pic>
      <p:sp>
        <p:nvSpPr>
          <p:cNvPr id="7" name="Rectangle 7">
            <a:extLst>
              <a:ext uri="{FF2B5EF4-FFF2-40B4-BE49-F238E27FC236}">
                <a16:creationId xmlns:a16="http://schemas.microsoft.com/office/drawing/2014/main" id="{C97917F0-5A03-20C1-39C3-EE5CD0E008F4}"/>
              </a:ext>
            </a:extLst>
          </p:cNvPr>
          <p:cNvSpPr/>
          <p:nvPr/>
        </p:nvSpPr>
        <p:spPr>
          <a:xfrm>
            <a:off x="381000" y="723900"/>
            <a:ext cx="9096375" cy="47625"/>
          </a:xfrm>
          <a:prstGeom prst="rect">
            <a:avLst/>
          </a:prstGeom>
          <a:solidFill>
            <a:srgbClr val="4472A9"/>
          </a:solidFill>
          <a:ln>
            <a:noFill/>
          </a:ln>
        </p:spPr>
      </p:sp>
      <p:sp>
        <p:nvSpPr>
          <p:cNvPr id="8" name="Rectangle 8">
            <a:extLst>
              <a:ext uri="{FF2B5EF4-FFF2-40B4-BE49-F238E27FC236}">
                <a16:creationId xmlns:a16="http://schemas.microsoft.com/office/drawing/2014/main" id="{97638AF8-0C61-432F-F3D4-728805008631}"/>
              </a:ext>
            </a:extLst>
          </p:cNvPr>
          <p:cNvSpPr/>
          <p:nvPr/>
        </p:nvSpPr>
        <p:spPr>
          <a:xfrm>
            <a:off x="9572625" y="723900"/>
            <a:ext cx="2238375" cy="47625"/>
          </a:xfrm>
          <a:prstGeom prst="rect">
            <a:avLst/>
          </a:prstGeom>
          <a:solidFill>
            <a:srgbClr val="E8380D"/>
          </a:solidFill>
          <a:ln>
            <a:noFill/>
          </a:ln>
        </p:spPr>
      </p:sp>
      <p:sp>
        <p:nvSpPr>
          <p:cNvPr id="76" name="Line 76">
            <a:extLst>
              <a:ext uri="{FF2B5EF4-FFF2-40B4-BE49-F238E27FC236}">
                <a16:creationId xmlns:a16="http://schemas.microsoft.com/office/drawing/2014/main" id="{B8576F71-A56B-E79F-08D6-6C550D8421B0}"/>
              </a:ext>
            </a:extLst>
          </p:cNvPr>
          <p:cNvSpPr/>
          <p:nvPr/>
        </p:nvSpPr>
        <p:spPr>
          <a:xfrm>
            <a:off x="381000" y="6629400"/>
            <a:ext cx="11430000" cy="9525"/>
          </a:xfrm>
          <a:custGeom>
            <a:avLst/>
            <a:gdLst/>
            <a:ahLst/>
            <a:cxnLst/>
            <a:rect l="l" t="t" r="r" b="b"/>
            <a:pathLst>
              <a:path w="11430000" h="9525">
                <a:moveTo>
                  <a:pt x="0" y="0"/>
                </a:moveTo>
                <a:lnTo>
                  <a:pt x="11430000" y="0"/>
                </a:lnTo>
              </a:path>
            </a:pathLst>
          </a:custGeom>
          <a:noFill/>
          <a:ln w="4762">
            <a:solidFill>
              <a:srgbClr val="BDCDE5">
                <a:alpha val="12000"/>
              </a:srgbClr>
            </a:solidFill>
          </a:ln>
        </p:spPr>
      </p:sp>
      <p:sp>
        <p:nvSpPr>
          <p:cNvPr id="77" name="TextBox 77">
            <a:extLst>
              <a:ext uri="{FF2B5EF4-FFF2-40B4-BE49-F238E27FC236}">
                <a16:creationId xmlns:a16="http://schemas.microsoft.com/office/drawing/2014/main" id="{31315972-C83C-E06F-3F38-3B7F64D7283E}"/>
              </a:ext>
            </a:extLst>
          </p:cNvPr>
          <p:cNvSpPr txBox="1"/>
          <p:nvPr/>
        </p:nvSpPr>
        <p:spPr>
          <a:xfrm>
            <a:off x="11860625" y="6503670"/>
            <a:ext cx="95155" cy="182880"/>
          </a:xfrm>
          <a:prstGeom prst="rect">
            <a:avLst/>
          </a:prstGeom>
          <a:noFill/>
          <a:ln>
            <a:noFill/>
          </a:ln>
        </p:spPr>
        <p:txBody>
          <a:bodyPr wrap="none" lIns="0" tIns="0" rIns="0" bIns="0" anchor="t" anchorCtr="0">
            <a:spAutoFit/>
          </a:bodyPr>
          <a:lstStyle/>
          <a:p>
            <a:pPr algn="r"/>
            <a:r>
              <a:rPr lang="zh-CN" sz="900" dirty="0">
                <a:solidFill>
                  <a:srgbClr val="B0B0B0"/>
                </a:solidFill>
                <a:latin typeface="Arial"/>
                <a:ea typeface="Microsoft YaHei"/>
                <a:cs typeface="Arial"/>
              </a:rPr>
              <a:t>4</a:t>
            </a:r>
          </a:p>
        </p:txBody>
      </p:sp>
      <p:pic>
        <p:nvPicPr>
          <p:cNvPr id="79" name="图片 78">
            <a:extLst>
              <a:ext uri="{FF2B5EF4-FFF2-40B4-BE49-F238E27FC236}">
                <a16:creationId xmlns:a16="http://schemas.microsoft.com/office/drawing/2014/main" id="{770ECC93-BA10-99BF-917A-1F6F6457D7DF}"/>
              </a:ext>
            </a:extLst>
          </p:cNvPr>
          <p:cNvPicPr>
            <a:picLocks noChangeAspect="1"/>
          </p:cNvPicPr>
          <p:nvPr/>
        </p:nvPicPr>
        <p:blipFill>
          <a:blip r:embed="rId3"/>
          <a:stretch>
            <a:fillRect/>
          </a:stretch>
        </p:blipFill>
        <p:spPr>
          <a:xfrm>
            <a:off x="381000" y="3443670"/>
            <a:ext cx="5027142" cy="3060000"/>
          </a:xfrm>
          <a:prstGeom prst="rect">
            <a:avLst/>
          </a:prstGeom>
        </p:spPr>
      </p:pic>
      <p:pic>
        <p:nvPicPr>
          <p:cNvPr id="80" name="图片 79">
            <a:extLst>
              <a:ext uri="{FF2B5EF4-FFF2-40B4-BE49-F238E27FC236}">
                <a16:creationId xmlns:a16="http://schemas.microsoft.com/office/drawing/2014/main" id="{ADBEE8E8-273A-4578-F8B2-D6A78A26E353}"/>
              </a:ext>
            </a:extLst>
          </p:cNvPr>
          <p:cNvPicPr>
            <a:picLocks noChangeAspect="1"/>
          </p:cNvPicPr>
          <p:nvPr/>
        </p:nvPicPr>
        <p:blipFill>
          <a:blip r:embed="rId4"/>
          <a:stretch>
            <a:fillRect/>
          </a:stretch>
        </p:blipFill>
        <p:spPr>
          <a:xfrm>
            <a:off x="6018846" y="3443670"/>
            <a:ext cx="5649229" cy="3060000"/>
          </a:xfrm>
          <a:prstGeom prst="rect">
            <a:avLst/>
          </a:prstGeom>
        </p:spPr>
      </p:pic>
    </p:spTree>
    <p:extLst>
      <p:ext uri="{BB962C8B-B14F-4D97-AF65-F5344CB8AC3E}">
        <p14:creationId xmlns:p14="http://schemas.microsoft.com/office/powerpoint/2010/main" val="982791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010F0-DC0D-5FBF-F818-49D9D960C09B}"/>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81F887EE-B372-E39D-D7E5-F0D3E97806AE}"/>
              </a:ext>
            </a:extLst>
          </p:cNvPr>
          <p:cNvSpPr>
            <a:spLocks noGrp="1"/>
          </p:cNvSpPr>
          <p:nvPr>
            <p:ph type="body" sz="quarter" idx="13"/>
          </p:nvPr>
        </p:nvSpPr>
        <p:spPr>
          <a:xfrm>
            <a:off x="772055" y="2160947"/>
            <a:ext cx="5087971" cy="444500"/>
          </a:xfrm>
        </p:spPr>
        <p:txBody>
          <a:bodyPr>
            <a:normAutofit/>
          </a:bodyPr>
          <a:lstStyle/>
          <a:p>
            <a:r>
              <a:rPr lang="sv-SE" altLang="zh-CN" dirty="0"/>
              <a:t>Part 2 XXXXXXXXXXXXX</a:t>
            </a:r>
            <a:endParaRPr lang="zh-CN" altLang="en-US" dirty="0"/>
          </a:p>
        </p:txBody>
      </p:sp>
      <p:grpSp>
        <p:nvGrpSpPr>
          <p:cNvPr id="3" name="组合 2">
            <a:extLst>
              <a:ext uri="{FF2B5EF4-FFF2-40B4-BE49-F238E27FC236}">
                <a16:creationId xmlns:a16="http://schemas.microsoft.com/office/drawing/2014/main" id="{C4910717-5032-E6B0-B6B7-1A0E2066B960}"/>
              </a:ext>
            </a:extLst>
          </p:cNvPr>
          <p:cNvGrpSpPr/>
          <p:nvPr/>
        </p:nvGrpSpPr>
        <p:grpSpPr>
          <a:xfrm>
            <a:off x="772055" y="3429000"/>
            <a:ext cx="947375" cy="1228970"/>
            <a:chOff x="1699260" y="3870960"/>
            <a:chExt cx="947375" cy="1228970"/>
          </a:xfrm>
        </p:grpSpPr>
        <p:sp>
          <p:nvSpPr>
            <p:cNvPr id="7" name="TextBox 4">
              <a:extLst>
                <a:ext uri="{FF2B5EF4-FFF2-40B4-BE49-F238E27FC236}">
                  <a16:creationId xmlns:a16="http://schemas.microsoft.com/office/drawing/2014/main" id="{7FDCAD41-34CC-667C-FADB-C425A87F8734}"/>
                </a:ext>
              </a:extLst>
            </p:cNvPr>
            <p:cNvSpPr txBox="1"/>
            <p:nvPr/>
          </p:nvSpPr>
          <p:spPr>
            <a:xfrm>
              <a:off x="1699260" y="3870960"/>
              <a:ext cx="947375" cy="184666"/>
            </a:xfrm>
            <a:prstGeom prst="rect">
              <a:avLst/>
            </a:prstGeom>
            <a:noFill/>
            <a:ln>
              <a:noFill/>
            </a:ln>
          </p:spPr>
          <p:txBody>
            <a:bodyPr wrap="none" lIns="0" tIns="0" rIns="0" bIns="0" anchor="t" anchorCtr="0">
              <a:spAutoFit/>
            </a:bodyPr>
            <a:lstStyle/>
            <a:p>
              <a:pPr algn="l"/>
              <a:r>
                <a:rPr lang="en-US" altLang="zh-CN" sz="1200" b="1" dirty="0">
                  <a:solidFill>
                    <a:srgbClr val="F79646"/>
                  </a:solidFill>
                  <a:latin typeface="Arial"/>
                  <a:ea typeface="Microsoft YaHei"/>
                  <a:cs typeface="Arial"/>
                </a:rPr>
                <a:t>BLABLABLA</a:t>
              </a:r>
              <a:endParaRPr lang="zh-CN" sz="1200" b="1" dirty="0">
                <a:solidFill>
                  <a:srgbClr val="F79646"/>
                </a:solidFill>
                <a:latin typeface="Arial"/>
                <a:ea typeface="Microsoft YaHei"/>
                <a:cs typeface="Arial"/>
              </a:endParaRPr>
            </a:p>
          </p:txBody>
        </p:sp>
        <p:sp>
          <p:nvSpPr>
            <p:cNvPr id="8" name="TextBox 5">
              <a:extLst>
                <a:ext uri="{FF2B5EF4-FFF2-40B4-BE49-F238E27FC236}">
                  <a16:creationId xmlns:a16="http://schemas.microsoft.com/office/drawing/2014/main" id="{701E5753-113C-1C88-CCE3-41A319C7022E}"/>
                </a:ext>
              </a:extLst>
            </p:cNvPr>
            <p:cNvSpPr txBox="1"/>
            <p:nvPr/>
          </p:nvSpPr>
          <p:spPr>
            <a:xfrm>
              <a:off x="1700212" y="4355306"/>
              <a:ext cx="585097" cy="173124"/>
            </a:xfrm>
            <a:prstGeom prst="rect">
              <a:avLst/>
            </a:prstGeom>
            <a:noFill/>
            <a:ln>
              <a:noFill/>
            </a:ln>
          </p:spPr>
          <p:txBody>
            <a:bodyPr wrap="none" lIns="0" tIns="0" rIns="0" bIns="0" anchor="t" anchorCtr="0">
              <a:spAutoFit/>
            </a:bodyPr>
            <a:lstStyle/>
            <a:p>
              <a:pPr algn="l"/>
              <a:r>
                <a:rPr lang="zh-CN" sz="1125" b="1" dirty="0">
                  <a:solidFill>
                    <a:srgbClr val="E8380D"/>
                  </a:solidFill>
                  <a:latin typeface="Arial"/>
                  <a:ea typeface="Microsoft YaHei"/>
                  <a:cs typeface="Arial"/>
                </a:rPr>
                <a:t>01</a:t>
              </a:r>
              <a:r>
                <a:rPr lang="en-US" altLang="zh-CN" sz="1125" dirty="0">
                  <a:solidFill>
                    <a:srgbClr val="4A5568"/>
                  </a:solidFill>
                  <a:latin typeface="Arial"/>
                  <a:ea typeface="Microsoft YaHei"/>
                  <a:cs typeface="Arial"/>
                </a:rPr>
                <a:t> </a:t>
              </a:r>
              <a:r>
                <a:rPr lang="en-US" altLang="zh-CN" sz="1125" dirty="0" err="1">
                  <a:solidFill>
                    <a:srgbClr val="4A5568"/>
                  </a:solidFill>
                  <a:latin typeface="Arial"/>
                  <a:ea typeface="Microsoft YaHei"/>
                  <a:cs typeface="Arial"/>
                </a:rPr>
                <a:t>blabla</a:t>
              </a:r>
              <a:endParaRPr lang="zh-CN" sz="1125" dirty="0">
                <a:solidFill>
                  <a:srgbClr val="4A5568"/>
                </a:solidFill>
                <a:latin typeface="Arial"/>
                <a:ea typeface="Microsoft YaHei"/>
                <a:cs typeface="Arial"/>
              </a:endParaRPr>
            </a:p>
          </p:txBody>
        </p:sp>
        <p:sp>
          <p:nvSpPr>
            <p:cNvPr id="9" name="TextBox 6">
              <a:extLst>
                <a:ext uri="{FF2B5EF4-FFF2-40B4-BE49-F238E27FC236}">
                  <a16:creationId xmlns:a16="http://schemas.microsoft.com/office/drawing/2014/main" id="{30A169A1-C220-0130-98A3-4E2013B66C9A}"/>
                </a:ext>
              </a:extLst>
            </p:cNvPr>
            <p:cNvSpPr txBox="1"/>
            <p:nvPr/>
          </p:nvSpPr>
          <p:spPr>
            <a:xfrm>
              <a:off x="1700212" y="4641056"/>
              <a:ext cx="585097" cy="173124"/>
            </a:xfrm>
            <a:prstGeom prst="rect">
              <a:avLst/>
            </a:prstGeom>
            <a:noFill/>
            <a:ln>
              <a:noFill/>
            </a:ln>
          </p:spPr>
          <p:txBody>
            <a:bodyPr wrap="none" lIns="0" tIns="0" rIns="0" bIns="0" anchor="t" anchorCtr="0">
              <a:spAutoFit/>
            </a:bodyPr>
            <a:lstStyle/>
            <a:p>
              <a:pPr algn="l"/>
              <a:r>
                <a:rPr lang="zh-CN" sz="1125" b="1" dirty="0">
                  <a:solidFill>
                    <a:srgbClr val="E8380D"/>
                  </a:solidFill>
                  <a:latin typeface="Arial"/>
                  <a:ea typeface="Microsoft YaHei"/>
                  <a:cs typeface="Arial"/>
                </a:rPr>
                <a:t>02</a:t>
              </a:r>
              <a:r>
                <a:rPr lang="en-US" altLang="zh-CN" sz="1125" dirty="0">
                  <a:solidFill>
                    <a:srgbClr val="4A5568"/>
                  </a:solidFill>
                  <a:latin typeface="Arial"/>
                  <a:ea typeface="Microsoft YaHei"/>
                  <a:cs typeface="Arial"/>
                </a:rPr>
                <a:t> </a:t>
              </a:r>
              <a:r>
                <a:rPr lang="en-US" altLang="zh-CN" sz="1125" dirty="0" err="1">
                  <a:solidFill>
                    <a:srgbClr val="4A5568"/>
                  </a:solidFill>
                  <a:latin typeface="Arial"/>
                  <a:ea typeface="Microsoft YaHei"/>
                  <a:cs typeface="Arial"/>
                </a:rPr>
                <a:t>blabla</a:t>
              </a:r>
              <a:endParaRPr lang="zh-CN" sz="1125" dirty="0">
                <a:solidFill>
                  <a:srgbClr val="4A5568"/>
                </a:solidFill>
                <a:latin typeface="Arial"/>
                <a:ea typeface="Microsoft YaHei"/>
                <a:cs typeface="Arial"/>
              </a:endParaRPr>
            </a:p>
          </p:txBody>
        </p:sp>
        <p:sp>
          <p:nvSpPr>
            <p:cNvPr id="10" name="TextBox 7">
              <a:extLst>
                <a:ext uri="{FF2B5EF4-FFF2-40B4-BE49-F238E27FC236}">
                  <a16:creationId xmlns:a16="http://schemas.microsoft.com/office/drawing/2014/main" id="{F8502650-1715-2C78-CA45-4C7971940FE1}"/>
                </a:ext>
              </a:extLst>
            </p:cNvPr>
            <p:cNvSpPr txBox="1"/>
            <p:nvPr/>
          </p:nvSpPr>
          <p:spPr>
            <a:xfrm>
              <a:off x="1700212" y="4926806"/>
              <a:ext cx="585097" cy="173124"/>
            </a:xfrm>
            <a:prstGeom prst="rect">
              <a:avLst/>
            </a:prstGeom>
            <a:noFill/>
            <a:ln>
              <a:noFill/>
            </a:ln>
          </p:spPr>
          <p:txBody>
            <a:bodyPr wrap="none" lIns="0" tIns="0" rIns="0" bIns="0" anchor="t" anchorCtr="0">
              <a:spAutoFit/>
            </a:bodyPr>
            <a:lstStyle/>
            <a:p>
              <a:pPr algn="l"/>
              <a:r>
                <a:rPr lang="zh-CN" sz="1125" b="1" dirty="0">
                  <a:solidFill>
                    <a:srgbClr val="E8380D"/>
                  </a:solidFill>
                  <a:latin typeface="Arial"/>
                  <a:ea typeface="Microsoft YaHei"/>
                  <a:cs typeface="Arial"/>
                </a:rPr>
                <a:t>03</a:t>
              </a:r>
              <a:r>
                <a:rPr lang="en-US" altLang="zh-CN" sz="1125" dirty="0">
                  <a:solidFill>
                    <a:srgbClr val="4A5568"/>
                  </a:solidFill>
                  <a:latin typeface="Arial"/>
                  <a:ea typeface="Microsoft YaHei"/>
                  <a:cs typeface="Arial"/>
                </a:rPr>
                <a:t> </a:t>
              </a:r>
              <a:r>
                <a:rPr lang="en-US" altLang="zh-CN" sz="1125" dirty="0" err="1">
                  <a:solidFill>
                    <a:srgbClr val="4A5568"/>
                  </a:solidFill>
                  <a:latin typeface="Arial"/>
                  <a:ea typeface="Microsoft YaHei"/>
                  <a:cs typeface="Arial"/>
                </a:rPr>
                <a:t>blabla</a:t>
              </a:r>
              <a:endParaRPr lang="zh-CN" sz="1125" dirty="0">
                <a:solidFill>
                  <a:srgbClr val="4A5568"/>
                </a:solidFill>
                <a:latin typeface="Arial"/>
                <a:ea typeface="Microsoft YaHei"/>
                <a:cs typeface="Arial"/>
              </a:endParaRPr>
            </a:p>
          </p:txBody>
        </p:sp>
      </p:grpSp>
    </p:spTree>
    <p:extLst>
      <p:ext uri="{BB962C8B-B14F-4D97-AF65-F5344CB8AC3E}">
        <p14:creationId xmlns:p14="http://schemas.microsoft.com/office/powerpoint/2010/main" val="1772063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50A75-EF61-F35F-2D26-60BE4E7CE11E}"/>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B3B64A7-E93C-6DEB-5C74-908E610D0DE6}"/>
              </a:ext>
            </a:extLst>
          </p:cNvPr>
          <p:cNvSpPr/>
          <p:nvPr/>
        </p:nvSpPr>
        <p:spPr>
          <a:xfrm>
            <a:off x="0" y="0"/>
            <a:ext cx="12192000" cy="6858000"/>
          </a:xfrm>
          <a:prstGeom prst="rect">
            <a:avLst/>
          </a:prstGeom>
          <a:solidFill>
            <a:srgbClr val="FAFBFC"/>
          </a:solidFill>
          <a:ln>
            <a:noFill/>
          </a:ln>
        </p:spPr>
      </p:sp>
      <p:sp>
        <p:nvSpPr>
          <p:cNvPr id="3" name="Ellipse 3">
            <a:extLst>
              <a:ext uri="{FF2B5EF4-FFF2-40B4-BE49-F238E27FC236}">
                <a16:creationId xmlns:a16="http://schemas.microsoft.com/office/drawing/2014/main" id="{4C86CBC3-2904-CD41-9AC1-63D1FA6461F0}"/>
              </a:ext>
            </a:extLst>
          </p:cNvPr>
          <p:cNvSpPr/>
          <p:nvPr/>
        </p:nvSpPr>
        <p:spPr>
          <a:xfrm>
            <a:off x="7905750" y="-1809750"/>
            <a:ext cx="6667500" cy="4762500"/>
          </a:xfrm>
          <a:prstGeom prst="ellipse">
            <a:avLst/>
          </a:prstGeom>
          <a:gradFill>
            <a:gsLst>
              <a:gs pos="0">
                <a:srgbClr val="4F81BD">
                  <a:alpha val="3500"/>
                </a:srgbClr>
              </a:gs>
              <a:gs pos="100000">
                <a:srgbClr val="4F81BD">
                  <a:alpha val="0"/>
                </a:srgbClr>
              </a:gs>
            </a:gsLst>
            <a:path path="circle">
              <a:fillToRect l="50000" t="50000" r="50000" b="50000"/>
            </a:path>
          </a:gradFill>
          <a:ln>
            <a:noFill/>
          </a:ln>
        </p:spPr>
      </p:sp>
      <p:sp>
        <p:nvSpPr>
          <p:cNvPr id="4" name="TextBox 4">
            <a:extLst>
              <a:ext uri="{FF2B5EF4-FFF2-40B4-BE49-F238E27FC236}">
                <a16:creationId xmlns:a16="http://schemas.microsoft.com/office/drawing/2014/main" id="{6F69E70F-91A4-98AE-A457-584922B2F1B3}"/>
              </a:ext>
            </a:extLst>
          </p:cNvPr>
          <p:cNvSpPr txBox="1"/>
          <p:nvPr/>
        </p:nvSpPr>
        <p:spPr>
          <a:xfrm>
            <a:off x="356235" y="292681"/>
            <a:ext cx="1500411" cy="300082"/>
          </a:xfrm>
          <a:prstGeom prst="rect">
            <a:avLst/>
          </a:prstGeom>
          <a:noFill/>
          <a:ln>
            <a:noFill/>
          </a:ln>
        </p:spPr>
        <p:txBody>
          <a:bodyPr wrap="none" lIns="0" tIns="0" rIns="0" bIns="0" anchor="t" anchorCtr="0">
            <a:spAutoFit/>
          </a:bodyPr>
          <a:lstStyle/>
          <a:p>
            <a:pPr algn="l"/>
            <a:r>
              <a:rPr lang="en-US" altLang="zh-CN" sz="1950" b="1" dirty="0">
                <a:solidFill>
                  <a:srgbClr val="4472A9"/>
                </a:solidFill>
                <a:latin typeface="Arial"/>
                <a:ea typeface="Microsoft YaHei"/>
                <a:cs typeface="Arial"/>
              </a:rPr>
              <a:t>XXXXXXXXX</a:t>
            </a:r>
            <a:endParaRPr lang="zh-CN" sz="1950" b="1" dirty="0">
              <a:solidFill>
                <a:srgbClr val="4472A9"/>
              </a:solidFill>
              <a:latin typeface="Arial"/>
              <a:ea typeface="Microsoft YaHei"/>
              <a:cs typeface="Arial"/>
            </a:endParaRPr>
          </a:p>
        </p:txBody>
      </p:sp>
      <p:pic>
        <p:nvPicPr>
          <p:cNvPr id="5" name="Image 5">
            <a:extLst>
              <a:ext uri="{FF2B5EF4-FFF2-40B4-BE49-F238E27FC236}">
                <a16:creationId xmlns:a16="http://schemas.microsoft.com/office/drawing/2014/main" id="{8050A18F-D40C-7DBC-CA5A-A2BD0E886A3A}"/>
              </a:ext>
            </a:extLst>
          </p:cNvPr>
          <p:cNvPicPr>
            <a:picLocks noChangeAspect="1"/>
          </p:cNvPicPr>
          <p:nvPr/>
        </p:nvPicPr>
        <p:blipFill>
          <a:blip r:embed="rId2"/>
          <a:stretch>
            <a:fillRect/>
          </a:stretch>
        </p:blipFill>
        <p:spPr>
          <a:xfrm>
            <a:off x="10401300" y="266700"/>
            <a:ext cx="1103948" cy="285750"/>
          </a:xfrm>
          <a:prstGeom prst="rect">
            <a:avLst/>
          </a:prstGeom>
        </p:spPr>
      </p:pic>
      <p:sp>
        <p:nvSpPr>
          <p:cNvPr id="6" name="Rectangle 6">
            <a:extLst>
              <a:ext uri="{FF2B5EF4-FFF2-40B4-BE49-F238E27FC236}">
                <a16:creationId xmlns:a16="http://schemas.microsoft.com/office/drawing/2014/main" id="{78F39154-22B9-B21C-43E9-5A720E2C766D}"/>
              </a:ext>
            </a:extLst>
          </p:cNvPr>
          <p:cNvSpPr/>
          <p:nvPr/>
        </p:nvSpPr>
        <p:spPr>
          <a:xfrm>
            <a:off x="381000" y="628650"/>
            <a:ext cx="9096375" cy="47625"/>
          </a:xfrm>
          <a:prstGeom prst="rect">
            <a:avLst/>
          </a:prstGeom>
          <a:solidFill>
            <a:srgbClr val="4472A9"/>
          </a:solidFill>
          <a:ln>
            <a:noFill/>
          </a:ln>
        </p:spPr>
      </p:sp>
      <p:sp>
        <p:nvSpPr>
          <p:cNvPr id="7" name="Rectangle 7">
            <a:extLst>
              <a:ext uri="{FF2B5EF4-FFF2-40B4-BE49-F238E27FC236}">
                <a16:creationId xmlns:a16="http://schemas.microsoft.com/office/drawing/2014/main" id="{86519725-D1D8-1AD9-77FE-64A817A6072D}"/>
              </a:ext>
            </a:extLst>
          </p:cNvPr>
          <p:cNvSpPr/>
          <p:nvPr/>
        </p:nvSpPr>
        <p:spPr>
          <a:xfrm>
            <a:off x="9572625" y="628650"/>
            <a:ext cx="2238375" cy="47625"/>
          </a:xfrm>
          <a:prstGeom prst="rect">
            <a:avLst/>
          </a:prstGeom>
          <a:solidFill>
            <a:srgbClr val="E8380D"/>
          </a:solidFill>
          <a:ln>
            <a:noFill/>
          </a:ln>
        </p:spPr>
      </p:sp>
      <p:sp>
        <p:nvSpPr>
          <p:cNvPr id="74" name="TextBox 74">
            <a:extLst>
              <a:ext uri="{FF2B5EF4-FFF2-40B4-BE49-F238E27FC236}">
                <a16:creationId xmlns:a16="http://schemas.microsoft.com/office/drawing/2014/main" id="{14358596-4855-D52D-F8A6-6DF1E1CC6C22}"/>
              </a:ext>
            </a:extLst>
          </p:cNvPr>
          <p:cNvSpPr txBox="1"/>
          <p:nvPr/>
        </p:nvSpPr>
        <p:spPr>
          <a:xfrm>
            <a:off x="11788330" y="6503670"/>
            <a:ext cx="167449" cy="182880"/>
          </a:xfrm>
          <a:prstGeom prst="rect">
            <a:avLst/>
          </a:prstGeom>
          <a:noFill/>
          <a:ln>
            <a:noFill/>
          </a:ln>
        </p:spPr>
        <p:txBody>
          <a:bodyPr wrap="none" lIns="0" tIns="0" rIns="0" bIns="0" anchor="t" anchorCtr="0">
            <a:spAutoFit/>
          </a:bodyPr>
          <a:lstStyle/>
          <a:p>
            <a:pPr algn="r"/>
            <a:r>
              <a:rPr lang="zh-CN" sz="900" dirty="0">
                <a:solidFill>
                  <a:srgbClr val="B0B0B0"/>
                </a:solidFill>
                <a:latin typeface="Arial"/>
                <a:ea typeface="Microsoft YaHei"/>
                <a:cs typeface="Arial"/>
              </a:rPr>
              <a:t>69</a:t>
            </a:r>
          </a:p>
        </p:txBody>
      </p:sp>
    </p:spTree>
    <p:extLst>
      <p:ext uri="{BB962C8B-B14F-4D97-AF65-F5344CB8AC3E}">
        <p14:creationId xmlns:p14="http://schemas.microsoft.com/office/powerpoint/2010/main" val="1041662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189AA-4D1B-9A1B-1BD2-158AEC546B8F}"/>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A86CC24A-6A82-9137-1596-EA59AC501C9A}"/>
              </a:ext>
            </a:extLst>
          </p:cNvPr>
          <p:cNvSpPr>
            <a:spLocks noGrp="1"/>
          </p:cNvSpPr>
          <p:nvPr>
            <p:ph type="body" sz="quarter" idx="13"/>
          </p:nvPr>
        </p:nvSpPr>
        <p:spPr>
          <a:xfrm>
            <a:off x="772055" y="2160947"/>
            <a:ext cx="5087971" cy="444500"/>
          </a:xfrm>
        </p:spPr>
        <p:txBody>
          <a:bodyPr>
            <a:normAutofit/>
          </a:bodyPr>
          <a:lstStyle/>
          <a:p>
            <a:r>
              <a:rPr lang="sv-SE" altLang="zh-CN" dirty="0"/>
              <a:t>Part </a:t>
            </a:r>
            <a:r>
              <a:rPr lang="en-US" altLang="zh-CN" dirty="0"/>
              <a:t>3 XXXXXXXXXXXX</a:t>
            </a:r>
            <a:endParaRPr lang="zh-CN" altLang="en-US" dirty="0"/>
          </a:p>
        </p:txBody>
      </p:sp>
      <p:grpSp>
        <p:nvGrpSpPr>
          <p:cNvPr id="3" name="组合 2">
            <a:extLst>
              <a:ext uri="{FF2B5EF4-FFF2-40B4-BE49-F238E27FC236}">
                <a16:creationId xmlns:a16="http://schemas.microsoft.com/office/drawing/2014/main" id="{6D2E25FE-6A79-451D-D054-3E1D4720F706}"/>
              </a:ext>
            </a:extLst>
          </p:cNvPr>
          <p:cNvGrpSpPr/>
          <p:nvPr/>
        </p:nvGrpSpPr>
        <p:grpSpPr>
          <a:xfrm>
            <a:off x="772055" y="3429000"/>
            <a:ext cx="947375" cy="1228970"/>
            <a:chOff x="1699260" y="3870960"/>
            <a:chExt cx="947375" cy="1228970"/>
          </a:xfrm>
        </p:grpSpPr>
        <p:sp>
          <p:nvSpPr>
            <p:cNvPr id="7" name="TextBox 4">
              <a:extLst>
                <a:ext uri="{FF2B5EF4-FFF2-40B4-BE49-F238E27FC236}">
                  <a16:creationId xmlns:a16="http://schemas.microsoft.com/office/drawing/2014/main" id="{91902122-AEBF-B215-F3D7-3ACF76992734}"/>
                </a:ext>
              </a:extLst>
            </p:cNvPr>
            <p:cNvSpPr txBox="1"/>
            <p:nvPr/>
          </p:nvSpPr>
          <p:spPr>
            <a:xfrm>
              <a:off x="1699260" y="3870960"/>
              <a:ext cx="947375" cy="184666"/>
            </a:xfrm>
            <a:prstGeom prst="rect">
              <a:avLst/>
            </a:prstGeom>
            <a:noFill/>
            <a:ln>
              <a:noFill/>
            </a:ln>
          </p:spPr>
          <p:txBody>
            <a:bodyPr wrap="none" lIns="0" tIns="0" rIns="0" bIns="0" anchor="t" anchorCtr="0">
              <a:spAutoFit/>
            </a:bodyPr>
            <a:lstStyle/>
            <a:p>
              <a:pPr algn="l"/>
              <a:r>
                <a:rPr lang="en-US" altLang="zh-CN" sz="1200" b="1" dirty="0">
                  <a:solidFill>
                    <a:srgbClr val="F79646"/>
                  </a:solidFill>
                  <a:latin typeface="Arial"/>
                  <a:ea typeface="Microsoft YaHei"/>
                  <a:cs typeface="Arial"/>
                </a:rPr>
                <a:t>BLABLABLA</a:t>
              </a:r>
              <a:endParaRPr lang="zh-CN" sz="1200" b="1" dirty="0">
                <a:solidFill>
                  <a:srgbClr val="F79646"/>
                </a:solidFill>
                <a:latin typeface="Arial"/>
                <a:ea typeface="Microsoft YaHei"/>
                <a:cs typeface="Arial"/>
              </a:endParaRPr>
            </a:p>
          </p:txBody>
        </p:sp>
        <p:sp>
          <p:nvSpPr>
            <p:cNvPr id="8" name="TextBox 5">
              <a:extLst>
                <a:ext uri="{FF2B5EF4-FFF2-40B4-BE49-F238E27FC236}">
                  <a16:creationId xmlns:a16="http://schemas.microsoft.com/office/drawing/2014/main" id="{97802751-3F07-BF54-24AE-9B4730BA53D4}"/>
                </a:ext>
              </a:extLst>
            </p:cNvPr>
            <p:cNvSpPr txBox="1"/>
            <p:nvPr/>
          </p:nvSpPr>
          <p:spPr>
            <a:xfrm>
              <a:off x="1700212" y="4355306"/>
              <a:ext cx="585097" cy="173124"/>
            </a:xfrm>
            <a:prstGeom prst="rect">
              <a:avLst/>
            </a:prstGeom>
            <a:noFill/>
            <a:ln>
              <a:noFill/>
            </a:ln>
          </p:spPr>
          <p:txBody>
            <a:bodyPr wrap="none" lIns="0" tIns="0" rIns="0" bIns="0" anchor="t" anchorCtr="0">
              <a:spAutoFit/>
            </a:bodyPr>
            <a:lstStyle/>
            <a:p>
              <a:pPr algn="l"/>
              <a:r>
                <a:rPr lang="zh-CN" sz="1125" b="1" dirty="0">
                  <a:solidFill>
                    <a:srgbClr val="E8380D"/>
                  </a:solidFill>
                  <a:latin typeface="Arial"/>
                  <a:ea typeface="Microsoft YaHei"/>
                  <a:cs typeface="Arial"/>
                </a:rPr>
                <a:t>01</a:t>
              </a:r>
              <a:r>
                <a:rPr lang="en-US" altLang="zh-CN" sz="1125" dirty="0">
                  <a:solidFill>
                    <a:srgbClr val="4A5568"/>
                  </a:solidFill>
                  <a:latin typeface="Arial"/>
                  <a:ea typeface="Microsoft YaHei"/>
                  <a:cs typeface="Arial"/>
                </a:rPr>
                <a:t> </a:t>
              </a:r>
              <a:r>
                <a:rPr lang="en-US" altLang="zh-CN" sz="1125" dirty="0" err="1">
                  <a:solidFill>
                    <a:srgbClr val="4A5568"/>
                  </a:solidFill>
                  <a:latin typeface="Arial"/>
                  <a:ea typeface="Microsoft YaHei"/>
                  <a:cs typeface="Arial"/>
                </a:rPr>
                <a:t>blabla</a:t>
              </a:r>
              <a:endParaRPr lang="zh-CN" sz="1125" dirty="0">
                <a:solidFill>
                  <a:srgbClr val="4A5568"/>
                </a:solidFill>
                <a:latin typeface="Arial"/>
                <a:ea typeface="Microsoft YaHei"/>
                <a:cs typeface="Arial"/>
              </a:endParaRPr>
            </a:p>
          </p:txBody>
        </p:sp>
        <p:sp>
          <p:nvSpPr>
            <p:cNvPr id="9" name="TextBox 6">
              <a:extLst>
                <a:ext uri="{FF2B5EF4-FFF2-40B4-BE49-F238E27FC236}">
                  <a16:creationId xmlns:a16="http://schemas.microsoft.com/office/drawing/2014/main" id="{C96DB7B3-2FAA-8ED4-9179-4E8CF7AD9487}"/>
                </a:ext>
              </a:extLst>
            </p:cNvPr>
            <p:cNvSpPr txBox="1"/>
            <p:nvPr/>
          </p:nvSpPr>
          <p:spPr>
            <a:xfrm>
              <a:off x="1700212" y="4641056"/>
              <a:ext cx="585097" cy="173124"/>
            </a:xfrm>
            <a:prstGeom prst="rect">
              <a:avLst/>
            </a:prstGeom>
            <a:noFill/>
            <a:ln>
              <a:noFill/>
            </a:ln>
          </p:spPr>
          <p:txBody>
            <a:bodyPr wrap="none" lIns="0" tIns="0" rIns="0" bIns="0" anchor="t" anchorCtr="0">
              <a:spAutoFit/>
            </a:bodyPr>
            <a:lstStyle/>
            <a:p>
              <a:pPr algn="l"/>
              <a:r>
                <a:rPr lang="zh-CN" sz="1125" b="1" dirty="0">
                  <a:solidFill>
                    <a:srgbClr val="E8380D"/>
                  </a:solidFill>
                  <a:latin typeface="Arial"/>
                  <a:ea typeface="Microsoft YaHei"/>
                  <a:cs typeface="Arial"/>
                </a:rPr>
                <a:t>02</a:t>
              </a:r>
              <a:r>
                <a:rPr lang="en-US" altLang="zh-CN" sz="1125" dirty="0">
                  <a:solidFill>
                    <a:srgbClr val="4A5568"/>
                  </a:solidFill>
                  <a:latin typeface="Arial"/>
                  <a:ea typeface="Microsoft YaHei"/>
                  <a:cs typeface="Arial"/>
                </a:rPr>
                <a:t> </a:t>
              </a:r>
              <a:r>
                <a:rPr lang="en-US" altLang="zh-CN" sz="1125" dirty="0" err="1">
                  <a:solidFill>
                    <a:srgbClr val="4A5568"/>
                  </a:solidFill>
                  <a:latin typeface="Arial"/>
                  <a:ea typeface="Microsoft YaHei"/>
                  <a:cs typeface="Arial"/>
                </a:rPr>
                <a:t>blabla</a:t>
              </a:r>
              <a:endParaRPr lang="zh-CN" sz="1125" dirty="0">
                <a:solidFill>
                  <a:srgbClr val="4A5568"/>
                </a:solidFill>
                <a:latin typeface="Arial"/>
                <a:ea typeface="Microsoft YaHei"/>
                <a:cs typeface="Arial"/>
              </a:endParaRPr>
            </a:p>
          </p:txBody>
        </p:sp>
        <p:sp>
          <p:nvSpPr>
            <p:cNvPr id="10" name="TextBox 7">
              <a:extLst>
                <a:ext uri="{FF2B5EF4-FFF2-40B4-BE49-F238E27FC236}">
                  <a16:creationId xmlns:a16="http://schemas.microsoft.com/office/drawing/2014/main" id="{45DC4A8F-CB6A-6149-86D6-BD843713A213}"/>
                </a:ext>
              </a:extLst>
            </p:cNvPr>
            <p:cNvSpPr txBox="1"/>
            <p:nvPr/>
          </p:nvSpPr>
          <p:spPr>
            <a:xfrm>
              <a:off x="1700212" y="4926806"/>
              <a:ext cx="585097" cy="173124"/>
            </a:xfrm>
            <a:prstGeom prst="rect">
              <a:avLst/>
            </a:prstGeom>
            <a:noFill/>
            <a:ln>
              <a:noFill/>
            </a:ln>
          </p:spPr>
          <p:txBody>
            <a:bodyPr wrap="none" lIns="0" tIns="0" rIns="0" bIns="0" anchor="t" anchorCtr="0">
              <a:spAutoFit/>
            </a:bodyPr>
            <a:lstStyle/>
            <a:p>
              <a:pPr algn="l"/>
              <a:r>
                <a:rPr lang="zh-CN" sz="1125" b="1" dirty="0">
                  <a:solidFill>
                    <a:srgbClr val="E8380D"/>
                  </a:solidFill>
                  <a:latin typeface="Arial"/>
                  <a:ea typeface="Microsoft YaHei"/>
                  <a:cs typeface="Arial"/>
                </a:rPr>
                <a:t>03</a:t>
              </a:r>
              <a:r>
                <a:rPr lang="en-US" altLang="zh-CN" sz="1125" dirty="0">
                  <a:solidFill>
                    <a:srgbClr val="4A5568"/>
                  </a:solidFill>
                  <a:latin typeface="Arial"/>
                  <a:ea typeface="Microsoft YaHei"/>
                  <a:cs typeface="Arial"/>
                </a:rPr>
                <a:t> </a:t>
              </a:r>
              <a:r>
                <a:rPr lang="en-US" altLang="zh-CN" sz="1125" dirty="0" err="1">
                  <a:solidFill>
                    <a:srgbClr val="4A5568"/>
                  </a:solidFill>
                  <a:latin typeface="Arial"/>
                  <a:ea typeface="Microsoft YaHei"/>
                  <a:cs typeface="Arial"/>
                </a:rPr>
                <a:t>blabla</a:t>
              </a:r>
              <a:endParaRPr lang="zh-CN" sz="1125" dirty="0">
                <a:solidFill>
                  <a:srgbClr val="4A5568"/>
                </a:solidFill>
                <a:latin typeface="Arial"/>
                <a:ea typeface="Microsoft YaHei"/>
                <a:cs typeface="Arial"/>
              </a:endParaRPr>
            </a:p>
          </p:txBody>
        </p:sp>
      </p:grpSp>
    </p:spTree>
    <p:extLst>
      <p:ext uri="{BB962C8B-B14F-4D97-AF65-F5344CB8AC3E}">
        <p14:creationId xmlns:p14="http://schemas.microsoft.com/office/powerpoint/2010/main" val="726855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BFC"/>
          </a:solidFill>
          <a:ln>
            <a:noFill/>
          </a:ln>
        </p:spPr>
      </p:sp>
      <p:sp>
        <p:nvSpPr>
          <p:cNvPr id="3" name="Ellipse 3"/>
          <p:cNvSpPr/>
          <p:nvPr/>
        </p:nvSpPr>
        <p:spPr>
          <a:xfrm>
            <a:off x="7905750" y="-1809750"/>
            <a:ext cx="6667500" cy="4762500"/>
          </a:xfrm>
          <a:prstGeom prst="ellipse">
            <a:avLst/>
          </a:prstGeom>
          <a:gradFill>
            <a:gsLst>
              <a:gs pos="0">
                <a:srgbClr val="4F81BD">
                  <a:alpha val="3500"/>
                </a:srgbClr>
              </a:gs>
              <a:gs pos="100000">
                <a:srgbClr val="4F81BD">
                  <a:alpha val="0"/>
                </a:srgbClr>
              </a:gs>
            </a:gsLst>
            <a:path path="circle">
              <a:fillToRect l="50000" t="50000" r="50000" b="50000"/>
            </a:path>
          </a:gradFill>
          <a:ln>
            <a:noFill/>
          </a:ln>
        </p:spPr>
      </p:sp>
      <p:sp>
        <p:nvSpPr>
          <p:cNvPr id="4" name="TextBox 4"/>
          <p:cNvSpPr txBox="1"/>
          <p:nvPr/>
        </p:nvSpPr>
        <p:spPr>
          <a:xfrm>
            <a:off x="356235" y="292681"/>
            <a:ext cx="1500411" cy="300082"/>
          </a:xfrm>
          <a:prstGeom prst="rect">
            <a:avLst/>
          </a:prstGeom>
          <a:noFill/>
          <a:ln>
            <a:noFill/>
          </a:ln>
        </p:spPr>
        <p:txBody>
          <a:bodyPr wrap="none" lIns="0" tIns="0" rIns="0" bIns="0" anchor="t" anchorCtr="0">
            <a:spAutoFit/>
          </a:bodyPr>
          <a:lstStyle/>
          <a:p>
            <a:pPr algn="l"/>
            <a:r>
              <a:rPr lang="en-US" altLang="zh-CN" sz="1950" b="1" dirty="0">
                <a:solidFill>
                  <a:srgbClr val="4472A9"/>
                </a:solidFill>
                <a:latin typeface="Arial"/>
                <a:ea typeface="Microsoft YaHei"/>
                <a:cs typeface="Arial"/>
              </a:rPr>
              <a:t>XXXXXXXXX</a:t>
            </a:r>
            <a:endParaRPr lang="zh-CN" sz="1950" b="1" dirty="0">
              <a:solidFill>
                <a:srgbClr val="4472A9"/>
              </a:solidFill>
              <a:latin typeface="Arial"/>
              <a:ea typeface="Microsoft YaHei"/>
              <a:cs typeface="Arial"/>
            </a:endParaRPr>
          </a:p>
        </p:txBody>
      </p:sp>
      <p:pic>
        <p:nvPicPr>
          <p:cNvPr id="5" name="Image 5"/>
          <p:cNvPicPr>
            <a:picLocks noChangeAspect="1"/>
          </p:cNvPicPr>
          <p:nvPr/>
        </p:nvPicPr>
        <p:blipFill>
          <a:blip r:embed="rId2"/>
          <a:stretch>
            <a:fillRect/>
          </a:stretch>
        </p:blipFill>
        <p:spPr>
          <a:xfrm>
            <a:off x="10401300" y="266700"/>
            <a:ext cx="1103948" cy="285750"/>
          </a:xfrm>
          <a:prstGeom prst="rect">
            <a:avLst/>
          </a:prstGeom>
        </p:spPr>
      </p:pic>
      <p:sp>
        <p:nvSpPr>
          <p:cNvPr id="6" name="Rectangle 6"/>
          <p:cNvSpPr/>
          <p:nvPr/>
        </p:nvSpPr>
        <p:spPr>
          <a:xfrm>
            <a:off x="381000" y="628650"/>
            <a:ext cx="9096375" cy="47625"/>
          </a:xfrm>
          <a:prstGeom prst="rect">
            <a:avLst/>
          </a:prstGeom>
          <a:solidFill>
            <a:srgbClr val="4472A9"/>
          </a:solidFill>
          <a:ln>
            <a:noFill/>
          </a:ln>
        </p:spPr>
      </p:sp>
      <p:sp>
        <p:nvSpPr>
          <p:cNvPr id="7" name="Rectangle 7"/>
          <p:cNvSpPr/>
          <p:nvPr/>
        </p:nvSpPr>
        <p:spPr>
          <a:xfrm>
            <a:off x="9572625" y="628650"/>
            <a:ext cx="2238375" cy="47625"/>
          </a:xfrm>
          <a:prstGeom prst="rect">
            <a:avLst/>
          </a:prstGeom>
          <a:solidFill>
            <a:srgbClr val="E8380D"/>
          </a:solidFill>
          <a:ln>
            <a:noFill/>
          </a:ln>
        </p:spPr>
      </p:sp>
      <p:sp>
        <p:nvSpPr>
          <p:cNvPr id="74" name="TextBox 74"/>
          <p:cNvSpPr txBox="1"/>
          <p:nvPr/>
        </p:nvSpPr>
        <p:spPr>
          <a:xfrm>
            <a:off x="11788330" y="6503670"/>
            <a:ext cx="167449" cy="182880"/>
          </a:xfrm>
          <a:prstGeom prst="rect">
            <a:avLst/>
          </a:prstGeom>
          <a:noFill/>
          <a:ln>
            <a:noFill/>
          </a:ln>
        </p:spPr>
        <p:txBody>
          <a:bodyPr wrap="none" lIns="0" tIns="0" rIns="0" bIns="0" anchor="t" anchorCtr="0">
            <a:spAutoFit/>
          </a:bodyPr>
          <a:lstStyle/>
          <a:p>
            <a:pPr algn="r"/>
            <a:r>
              <a:rPr lang="zh-CN" sz="900" dirty="0">
                <a:solidFill>
                  <a:srgbClr val="B0B0B0"/>
                </a:solidFill>
                <a:latin typeface="Arial"/>
                <a:ea typeface="Microsoft YaHei"/>
                <a:cs typeface="Arial"/>
              </a:rPr>
              <a:t>69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重要提示 </a:t>
            </a:r>
            <a:r>
              <a:rPr lang="en-US" altLang="zh-CN" dirty="0"/>
              <a:t>Disclaimer</a:t>
            </a:r>
            <a:endParaRPr lang="zh-CN" altLang="en-US" dirty="0"/>
          </a:p>
        </p:txBody>
      </p:sp>
      <p:sp>
        <p:nvSpPr>
          <p:cNvPr id="3" name="灯片编号占位符 2"/>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B3E1478-37CF-4E18-9076-DA6228555DA5}"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楷体" panose="020106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楷体" panose="02010609060101010101" pitchFamily="49" charset="-122"/>
              <a:cs typeface="+mn-cs"/>
            </a:endParaRPr>
          </a:p>
        </p:txBody>
      </p:sp>
      <p:sp>
        <p:nvSpPr>
          <p:cNvPr id="8" name="矩形 7"/>
          <p:cNvSpPr/>
          <p:nvPr/>
        </p:nvSpPr>
        <p:spPr>
          <a:xfrm>
            <a:off x="934821" y="1517935"/>
            <a:ext cx="5047409" cy="4579715"/>
          </a:xfrm>
          <a:prstGeom prst="rect">
            <a:avLst/>
          </a:prstGeom>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1</a:t>
            </a:r>
            <a:r>
              <a:rPr kumimoji="0" lang="zh-CN" altLang="en-US" sz="9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本文所载内容仅供参考，不视为任何形式的要约、要约邀请或承诺。本文引用的信息来源于已公开的资料，除广发基金管理有限公司（以下称“本公司”）依法应当披露的信息外，本公司对该等信息的准确性、完整性或可靠性不作任何保证，本公司或本公司的任何董事或雇员并不就该等数据之任何错误或遗漏承担责任（包括任何第三者责任）。除另有说明外，本文所载相关个人观点、分析、建议、模型等内容仅反映作者于本文发出当日的见解和看法，并不代表本公司的立场，本文作者亦可在未加通知的情况下对任何内容进行更改。</a:t>
            </a:r>
          </a:p>
          <a:p>
            <a:pPr marL="0" marR="0" lvl="0" indent="0" algn="just" defTabSz="914400" rtl="0" eaLnBrk="1" fontAlgn="auto" latinLnBrk="0" hangingPunct="1">
              <a:lnSpc>
                <a:spcPct val="12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2</a:t>
            </a:r>
            <a:r>
              <a:rPr kumimoji="0" lang="zh-CN" altLang="en-US" sz="9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、本文所述任何投资</a:t>
            </a:r>
            <a:r>
              <a:rPr kumimoji="0" lang="en-US" altLang="zh-CN" sz="9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如有</a:t>
            </a:r>
            <a:r>
              <a:rPr kumimoji="0" lang="en-US" altLang="zh-CN" sz="9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都包含相应的风险，并不适合所有投资者。据此投资的证券、基金等资产价值或收益会有波动。本文没有考虑单个投资者投资目标、财务状况、风险承受能力或个别需求，相关观点在任何时候均不构成对投资者的投资建议。投资者应当充分考虑自身特定状况，并完整理解和使用本文内容，不应视本文为做出投资决策的唯一参考因素。投资者应咨询专业顾问，自主判断证券、基金的投资价值，自主做出投资决策，并自行承担投资风险，对依据或者使用本文所造成的一切后果，本公司及作者均不承担任何法律责任。</a:t>
            </a:r>
          </a:p>
          <a:p>
            <a:pPr marL="0" marR="0" lvl="0" indent="0" algn="just" defTabSz="914400" rtl="0" eaLnBrk="1" fontAlgn="auto" latinLnBrk="0" hangingPunct="1">
              <a:lnSpc>
                <a:spcPct val="12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3</a:t>
            </a:r>
            <a:r>
              <a:rPr kumimoji="0" lang="zh-CN" altLang="en-US" sz="9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本公司作为基金管理人承诺以恪尽职守、诚实信用、勤勉尽责的原则管理和运用基金资产，但不保证基金一定盈利，也不保证最低收益。本公司旗下基金的过往业绩及其净值高低并不预示其未来业绩表现，个别基金的业绩不构成对其他基金业绩表现的保证。本公司提醒投资者基金投资的“买者自负”原则，在做出投资决策后，基金运营状况与基金净值变化引致的投资风险，由投资者自行负担。</a:t>
            </a:r>
          </a:p>
          <a:p>
            <a:pPr marL="0" marR="0" lvl="0" indent="0" algn="just" defTabSz="914400" rtl="0" eaLnBrk="1" fontAlgn="auto" latinLnBrk="0" hangingPunct="1">
              <a:lnSpc>
                <a:spcPct val="12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4</a:t>
            </a:r>
            <a:r>
              <a:rPr kumimoji="0" lang="zh-CN" altLang="en-US" sz="9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投资者在做出投资决策前应仔细阅读基金合同、招募说明书以及本公司在中国证监会指定信息披露媒介上发布的正式公告和有关信息。任何在本文中出现的信息（包括但不仅限于评论、预测、图表、指标、理论等）仅作参考，不应作为投资者投资决策与基金交易的依据。投资者应当在基金销售机构办理基金销售业务的营业场所或按销售机构提供的其他方式办理基金份额的申购与赎回，但基金并不是销售机构的存款或负债，也没有经销售机构担保或者背书，销售机构并不能保证其收益或本金安全。</a:t>
            </a:r>
          </a:p>
          <a:p>
            <a:pPr marL="0" marR="0" lvl="0" indent="0" algn="just" defTabSz="914400" rtl="0" eaLnBrk="1" fontAlgn="auto" latinLnBrk="0" hangingPunct="1">
              <a:lnSpc>
                <a:spcPct val="12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5</a:t>
            </a:r>
            <a:r>
              <a:rPr kumimoji="0" lang="zh-CN" altLang="en-US" sz="9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本文的著作权受法律保护，未经书面许可，任何机构和个人不得以任何形式发表、署名、修改、复制、转载或传播。本文可能包含了专有信息、保密信息或其他受法律保护的信息，若您并非指定收件人，请立即通知发件人并予以销毁或删除，且不得复制或使用本文，亦不得向任何其他人披露本文内容。</a:t>
            </a:r>
          </a:p>
        </p:txBody>
      </p:sp>
      <p:sp>
        <p:nvSpPr>
          <p:cNvPr id="9" name="矩形 8"/>
          <p:cNvSpPr/>
          <p:nvPr/>
        </p:nvSpPr>
        <p:spPr>
          <a:xfrm>
            <a:off x="6466301" y="1517935"/>
            <a:ext cx="5047409" cy="4487382"/>
          </a:xfrm>
          <a:prstGeom prst="rect">
            <a:avLst/>
          </a:prstGeom>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en-US" altLang="zh-CN" sz="7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1.All information contained herein is used for reference only, and does not serve as an offer, an invitation to offer or any commitment of whatever form. Unless those are disclosed by GF Fund Management Co., LTD </a:t>
            </a:r>
            <a:r>
              <a:rPr kumimoji="0" lang="en-US" altLang="zh-CN" sz="700" b="0" i="0" u="none" strike="noStrike" kern="1200" cap="none" spc="0" normalizeH="0" baseline="0" noProof="0" dirty="0">
                <a:ln>
                  <a:noFill/>
                </a:ln>
                <a:solidFill>
                  <a:prstClr val="black"/>
                </a:solidFill>
                <a:effectLst/>
                <a:uLnTx/>
                <a:uFillTx/>
                <a:latin typeface="Times New Roman" panose="02020603050405020304" pitchFamily="18" charset="0"/>
                <a:ea typeface="华文黑体_易方达" panose="02010600040101010101" pitchFamily="2" charset="-122"/>
                <a:cs typeface="Times New Roman" panose="02020603050405020304" pitchFamily="18" charset="0"/>
              </a:rPr>
              <a:t>(hereinafter “the Company”) </a:t>
            </a:r>
            <a:r>
              <a:rPr kumimoji="0" lang="en-US" altLang="zh-CN" sz="7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as required by law, the information referred to herein is sourced from public materials, hence the accuracy, completeness and reliability are not guaranteed by the Company. Neither the Company nor any of its directors or employees shall have any liability (including any third party liability) for any error or omission in respect of such information. Unless otherwise specified, the individual opinions, analysis, suggestions or models contained herein only reflect the opinions and views of the author on the date of issuance hereof, which do not represent the position of the Company, and can be modified by the author without any notice.</a:t>
            </a:r>
          </a:p>
          <a:p>
            <a:pPr marL="0" marR="0" lvl="0" indent="0" algn="just" defTabSz="914400" rtl="0" eaLnBrk="1" fontAlgn="auto" latinLnBrk="0" hangingPunct="1">
              <a:lnSpc>
                <a:spcPct val="120000"/>
              </a:lnSpc>
              <a:spcBef>
                <a:spcPts val="0"/>
              </a:spcBef>
              <a:spcAft>
                <a:spcPts val="0"/>
              </a:spcAft>
              <a:buClrTx/>
              <a:buSzTx/>
              <a:buFontTx/>
              <a:buNone/>
              <a:tabLst/>
              <a:defRPr/>
            </a:pPr>
            <a:r>
              <a:rPr kumimoji="0" lang="en-US" altLang="zh-CN" sz="7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2.Any investment (if any) referred to herein involve relevant risks, and is not suitable for all the investors. The return or value of the securities, the funds and other assets invested on the basis thereof may fluctuate. This material does not take into consideration the investment goal, financial condition, risk tolerance or specific demand of any single investor. No opinion shall at any time constitute an investment suggestion to any investor. Investors shall take full account their respective conditions, and understand and use this material as a whole, instead of treating this material as the only reference for making any investment decisions. Investors shall seek advice from professional advisors, make judgment at its own discretion on the investment value of securities and funds, make independent investment decisions and take their own investment risks. Neither the Company nor the author hereof shall have any legal liability for any consequence as a result of the reliance on, or use of this material. </a:t>
            </a:r>
          </a:p>
          <a:p>
            <a:pPr marL="0" marR="0" lvl="0" indent="0" algn="just" defTabSz="914400" rtl="0" eaLnBrk="1" fontAlgn="auto" latinLnBrk="0" hangingPunct="1">
              <a:lnSpc>
                <a:spcPct val="120000"/>
              </a:lnSpc>
              <a:spcBef>
                <a:spcPts val="0"/>
              </a:spcBef>
              <a:spcAft>
                <a:spcPts val="0"/>
              </a:spcAft>
              <a:buClrTx/>
              <a:buSzTx/>
              <a:buFontTx/>
              <a:buNone/>
              <a:tabLst/>
              <a:defRPr/>
            </a:pPr>
            <a:r>
              <a:rPr kumimoji="0" lang="en-US" altLang="zh-CN" sz="7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3.the Company, as the fund manager, undertakes to fulfill its duties faithfully and diligently in managing and operating the assets of the fund, but does not guarantee the profit or the minimum return of the fund. The historical performance and net value of funds under management by the Company do not predict their future performance, nor shall the performance of certain funds constitute any guarantee for the performance of any other funds. Please note that investors shall take the risks of any investment they have made into the fund. After making any investment decision, the investors shall be solely liable for any investment risk arising from any change to the performance and net value of the fund.</a:t>
            </a:r>
          </a:p>
          <a:p>
            <a:pPr marL="0" marR="0" lvl="0" indent="0" algn="just" defTabSz="914400" rtl="0" eaLnBrk="1" fontAlgn="auto" latinLnBrk="0" hangingPunct="1">
              <a:lnSpc>
                <a:spcPct val="120000"/>
              </a:lnSpc>
              <a:spcBef>
                <a:spcPts val="0"/>
              </a:spcBef>
              <a:spcAft>
                <a:spcPts val="0"/>
              </a:spcAft>
              <a:buClrTx/>
              <a:buSzTx/>
              <a:buFontTx/>
              <a:buNone/>
              <a:tabLst/>
              <a:defRPr/>
            </a:pPr>
            <a:r>
              <a:rPr kumimoji="0" lang="en-US" altLang="zh-CN" sz="7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4.Before making any investment decisions, investors shall read carefully the fund contract, the fund prospectus and any official announcement and the relevant information published by the Company on any information disclosure media as designated by the China Securities Regulatory Commission. Information contained in this material (including but not limited to reviews, predictions, charts, index, theories etc.) is used for reference only, and shall not be regarded as a basis for investors to make any investment decision or fund transaction. Investors shall subscribe for and redeem any fund units at the place of business of the fund distribution institutions where they carry out fund distribution business or otherwise as provided by the fund distribution institutions. Funds are not the deposit or debts of the distribution institutions and are not guaranteed or endorsed by the distribution institutions. The distribution institutions do not guarantee the return or safety of the principal of the fund.</a:t>
            </a:r>
          </a:p>
          <a:p>
            <a:pPr marL="0" marR="0" lvl="0" indent="0" algn="just" defTabSz="914400" rtl="0" eaLnBrk="1" fontAlgn="auto" latinLnBrk="0" hangingPunct="1">
              <a:lnSpc>
                <a:spcPct val="120000"/>
              </a:lnSpc>
              <a:spcBef>
                <a:spcPts val="0"/>
              </a:spcBef>
              <a:spcAft>
                <a:spcPts val="0"/>
              </a:spcAft>
              <a:buClrTx/>
              <a:buSzTx/>
              <a:buFontTx/>
              <a:buNone/>
              <a:tabLst/>
              <a:defRPr/>
            </a:pPr>
            <a:r>
              <a:rPr kumimoji="0" lang="en-US" altLang="zh-CN" sz="7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5.The copyright of this material is protected by laws. This material cannot be published, executed, revised, duplicated, reproduced or disseminated by any institution or individual in any manner without the prior written consent of the Company. This material may contain proprietary or confidential information or other legally protected information. If you are not the intended recipient of this material, please immediately notify the sender, and destroy and delete this material. It is not permitted to copy or use this material, or to disclose the content of this material to any other person.</a:t>
            </a:r>
            <a:endParaRPr kumimoji="0" lang="zh-CN" altLang="en-US" sz="7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BD1038-4CB7-1976-F004-110400F3A06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C10402D-840E-7789-2CCB-3238F11880B3}"/>
              </a:ext>
            </a:extLst>
          </p:cNvPr>
          <p:cNvSpPr>
            <a:spLocks noGrp="1"/>
          </p:cNvSpPr>
          <p:nvPr>
            <p:ph idx="1"/>
          </p:nvPr>
        </p:nvSpPr>
        <p:spPr/>
        <p:txBody>
          <a:bodyPr/>
          <a:lstStyle/>
          <a:p>
            <a:endParaRPr lang="zh-CN" altLang="en-US"/>
          </a:p>
        </p:txBody>
      </p:sp>
      <p:sp>
        <p:nvSpPr>
          <p:cNvPr id="4" name="Rectangle 2">
            <a:extLst>
              <a:ext uri="{FF2B5EF4-FFF2-40B4-BE49-F238E27FC236}">
                <a16:creationId xmlns:a16="http://schemas.microsoft.com/office/drawing/2014/main" id="{2F9FE431-E620-D466-3476-73385C522081}"/>
              </a:ext>
            </a:extLst>
          </p:cNvPr>
          <p:cNvSpPr/>
          <p:nvPr/>
        </p:nvSpPr>
        <p:spPr>
          <a:xfrm>
            <a:off x="0" y="0"/>
            <a:ext cx="12192000" cy="6858000"/>
          </a:xfrm>
          <a:prstGeom prst="rect">
            <a:avLst/>
          </a:prstGeom>
          <a:solidFill>
            <a:srgbClr val="FAFBFC"/>
          </a:solidFill>
          <a:ln>
            <a:noFill/>
          </a:ln>
        </p:spPr>
      </p:sp>
      <p:sp>
        <p:nvSpPr>
          <p:cNvPr id="5" name="Ellipse 3">
            <a:extLst>
              <a:ext uri="{FF2B5EF4-FFF2-40B4-BE49-F238E27FC236}">
                <a16:creationId xmlns:a16="http://schemas.microsoft.com/office/drawing/2014/main" id="{9B3D3DDD-AB84-FC5E-E890-95759D73CEB0}"/>
              </a:ext>
            </a:extLst>
          </p:cNvPr>
          <p:cNvSpPr/>
          <p:nvPr/>
        </p:nvSpPr>
        <p:spPr>
          <a:xfrm>
            <a:off x="7905750" y="-1809750"/>
            <a:ext cx="6667500" cy="4762500"/>
          </a:xfrm>
          <a:prstGeom prst="ellipse">
            <a:avLst/>
          </a:prstGeom>
          <a:gradFill>
            <a:gsLst>
              <a:gs pos="0">
                <a:srgbClr val="4F81BD">
                  <a:alpha val="3500"/>
                </a:srgbClr>
              </a:gs>
              <a:gs pos="100000">
                <a:srgbClr val="4F81BD">
                  <a:alpha val="0"/>
                </a:srgbClr>
              </a:gs>
            </a:gsLst>
            <a:path path="circle">
              <a:fillToRect l="50000" t="50000" r="50000" b="50000"/>
            </a:path>
          </a:gradFill>
          <a:ln>
            <a:noFill/>
          </a:ln>
        </p:spPr>
      </p:sp>
      <p:sp>
        <p:nvSpPr>
          <p:cNvPr id="6" name="TextBox 4">
            <a:extLst>
              <a:ext uri="{FF2B5EF4-FFF2-40B4-BE49-F238E27FC236}">
                <a16:creationId xmlns:a16="http://schemas.microsoft.com/office/drawing/2014/main" id="{21F92554-1A17-B44D-7C6C-3B65F6D78DCA}"/>
              </a:ext>
            </a:extLst>
          </p:cNvPr>
          <p:cNvSpPr txBox="1"/>
          <p:nvPr/>
        </p:nvSpPr>
        <p:spPr>
          <a:xfrm>
            <a:off x="356235" y="284798"/>
            <a:ext cx="516167" cy="300082"/>
          </a:xfrm>
          <a:prstGeom prst="rect">
            <a:avLst/>
          </a:prstGeom>
          <a:noFill/>
          <a:ln>
            <a:noFill/>
          </a:ln>
        </p:spPr>
        <p:txBody>
          <a:bodyPr wrap="none" lIns="0" tIns="0" rIns="0" bIns="0" anchor="t" anchorCtr="0">
            <a:spAutoFit/>
          </a:bodyPr>
          <a:lstStyle/>
          <a:p>
            <a:pPr algn="l"/>
            <a:r>
              <a:rPr lang="zh-CN" altLang="en-US" sz="1950" b="1" dirty="0">
                <a:solidFill>
                  <a:srgbClr val="4472A9"/>
                </a:solidFill>
                <a:latin typeface="Arial"/>
                <a:ea typeface="Microsoft YaHei"/>
                <a:cs typeface="Arial"/>
              </a:rPr>
              <a:t>附录</a:t>
            </a:r>
            <a:endParaRPr lang="zh-CN" sz="1950" b="1" dirty="0">
              <a:solidFill>
                <a:srgbClr val="4472A9"/>
              </a:solidFill>
              <a:latin typeface="Arial"/>
              <a:ea typeface="Microsoft YaHei"/>
              <a:cs typeface="Arial"/>
            </a:endParaRPr>
          </a:p>
        </p:txBody>
      </p:sp>
      <p:pic>
        <p:nvPicPr>
          <p:cNvPr id="7" name="Image 5">
            <a:extLst>
              <a:ext uri="{FF2B5EF4-FFF2-40B4-BE49-F238E27FC236}">
                <a16:creationId xmlns:a16="http://schemas.microsoft.com/office/drawing/2014/main" id="{F76C6F1A-AC4D-1326-468E-632482B2B865}"/>
              </a:ext>
            </a:extLst>
          </p:cNvPr>
          <p:cNvPicPr>
            <a:picLocks noChangeAspect="1"/>
          </p:cNvPicPr>
          <p:nvPr/>
        </p:nvPicPr>
        <p:blipFill>
          <a:blip r:embed="rId2"/>
          <a:stretch>
            <a:fillRect/>
          </a:stretch>
        </p:blipFill>
        <p:spPr>
          <a:xfrm>
            <a:off x="10401300" y="266700"/>
            <a:ext cx="1103948" cy="285750"/>
          </a:xfrm>
          <a:prstGeom prst="rect">
            <a:avLst/>
          </a:prstGeom>
        </p:spPr>
      </p:pic>
      <p:sp>
        <p:nvSpPr>
          <p:cNvPr id="8" name="Rectangle 6">
            <a:extLst>
              <a:ext uri="{FF2B5EF4-FFF2-40B4-BE49-F238E27FC236}">
                <a16:creationId xmlns:a16="http://schemas.microsoft.com/office/drawing/2014/main" id="{68368718-58FB-E168-2DD7-6DC394514AC1}"/>
              </a:ext>
            </a:extLst>
          </p:cNvPr>
          <p:cNvSpPr/>
          <p:nvPr/>
        </p:nvSpPr>
        <p:spPr>
          <a:xfrm>
            <a:off x="381000" y="628650"/>
            <a:ext cx="9096375" cy="47625"/>
          </a:xfrm>
          <a:prstGeom prst="rect">
            <a:avLst/>
          </a:prstGeom>
          <a:solidFill>
            <a:srgbClr val="4472A9"/>
          </a:solidFill>
          <a:ln>
            <a:noFill/>
          </a:ln>
        </p:spPr>
      </p:sp>
      <p:sp>
        <p:nvSpPr>
          <p:cNvPr id="9" name="Rectangle 7">
            <a:extLst>
              <a:ext uri="{FF2B5EF4-FFF2-40B4-BE49-F238E27FC236}">
                <a16:creationId xmlns:a16="http://schemas.microsoft.com/office/drawing/2014/main" id="{AB473402-90A6-03B3-08FD-0A2E7DB9B88F}"/>
              </a:ext>
            </a:extLst>
          </p:cNvPr>
          <p:cNvSpPr/>
          <p:nvPr/>
        </p:nvSpPr>
        <p:spPr>
          <a:xfrm>
            <a:off x="9572625" y="628650"/>
            <a:ext cx="2238375" cy="47625"/>
          </a:xfrm>
          <a:prstGeom prst="rect">
            <a:avLst/>
          </a:prstGeom>
          <a:solidFill>
            <a:srgbClr val="E8380D"/>
          </a:solidFill>
          <a:ln>
            <a:noFill/>
          </a:ln>
        </p:spPr>
      </p:sp>
      <p:sp>
        <p:nvSpPr>
          <p:cNvPr id="10" name="TextBox 50">
            <a:extLst>
              <a:ext uri="{FF2B5EF4-FFF2-40B4-BE49-F238E27FC236}">
                <a16:creationId xmlns:a16="http://schemas.microsoft.com/office/drawing/2014/main" id="{08BC0E51-DC8C-D175-458F-35C2FF83A7A1}"/>
              </a:ext>
            </a:extLst>
          </p:cNvPr>
          <p:cNvSpPr txBox="1"/>
          <p:nvPr/>
        </p:nvSpPr>
        <p:spPr>
          <a:xfrm>
            <a:off x="11821192" y="6503670"/>
            <a:ext cx="134588" cy="182880"/>
          </a:xfrm>
          <a:prstGeom prst="rect">
            <a:avLst/>
          </a:prstGeom>
          <a:noFill/>
          <a:ln>
            <a:noFill/>
          </a:ln>
        </p:spPr>
        <p:txBody>
          <a:bodyPr wrap="none" lIns="0" tIns="0" rIns="0" bIns="0" anchor="t" anchorCtr="0">
            <a:spAutoFit/>
          </a:bodyPr>
          <a:lstStyle/>
          <a:p>
            <a:pPr algn="r"/>
            <a:r>
              <a:rPr lang="zh-CN" sz="900" dirty="0">
                <a:solidFill>
                  <a:srgbClr val="B0B0B0"/>
                </a:solidFill>
                <a:latin typeface="Arial"/>
                <a:ea typeface="Microsoft YaHei"/>
                <a:cs typeface="Arial"/>
              </a:rPr>
              <a:t>A1</a:t>
            </a:r>
          </a:p>
        </p:txBody>
      </p:sp>
    </p:spTree>
    <p:extLst>
      <p:ext uri="{BB962C8B-B14F-4D97-AF65-F5344CB8AC3E}">
        <p14:creationId xmlns:p14="http://schemas.microsoft.com/office/powerpoint/2010/main" val="16429787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模板内页范式-文字">
  <a:themeElements>
    <a:clrScheme name="养老金">
      <a:dk1>
        <a:sysClr val="windowText" lastClr="000000"/>
      </a:dk1>
      <a:lt1>
        <a:sysClr val="window" lastClr="FFFFFF"/>
      </a:lt1>
      <a:dk2>
        <a:srgbClr val="E96004"/>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Arial"/>
        <a:ea typeface="微软雅黑"/>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287</TotalTime>
  <Words>1493</Words>
  <Application>Microsoft Office PowerPoint</Application>
  <PresentationFormat>宽屏</PresentationFormat>
  <Paragraphs>48</Paragraphs>
  <Slides>11</Slides>
  <Notes>1</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11</vt:i4>
      </vt:variant>
    </vt:vector>
  </HeadingPairs>
  <TitlesOfParts>
    <vt:vector size="20" baseType="lpstr">
      <vt:lpstr>等线</vt:lpstr>
      <vt:lpstr>楷体</vt:lpstr>
      <vt:lpstr>微软雅黑</vt:lpstr>
      <vt:lpstr>宋体</vt:lpstr>
      <vt:lpstr>Arial</vt:lpstr>
      <vt:lpstr>Calibri</vt:lpstr>
      <vt:lpstr>Times New Roman</vt:lpstr>
      <vt:lpstr>Office Theme</vt:lpstr>
      <vt:lpstr>模板内页范式-文字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重要提示 Disclaimer</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诗媛 张</cp:lastModifiedBy>
  <cp:revision>8</cp:revision>
  <dcterms:created xsi:type="dcterms:W3CDTF">2013-01-27T09:14:16Z</dcterms:created>
  <dcterms:modified xsi:type="dcterms:W3CDTF">2026-05-29T01:24:34Z</dcterms:modified>
  <cp:category/>
</cp:coreProperties>
</file>